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64" r:id="rId5"/>
    <p:sldId id="266" r:id="rId6"/>
    <p:sldId id="267" r:id="rId7"/>
    <p:sldId id="268" r:id="rId8"/>
    <p:sldId id="269" r:id="rId9"/>
    <p:sldId id="270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B2F471-F7C4-4C0B-9C63-4F4145479D71}" v="22" dt="2026-04-19T00:54:44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6" d="100"/>
          <a:sy n="76" d="100"/>
        </p:scale>
        <p:origin x="77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511B7-13AB-9036-6C77-43D8C4665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005B7-7CA9-28BF-6658-B25A2DAD6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6BFD9-B190-157F-2C1A-671C4C1E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B3D3-5465-464A-BAB1-F72168CCE2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5165D-77E8-8E94-5386-D36774D4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7E2A9-C689-46AC-E4D8-C424A6A30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280-4CF7-4D48-BDDA-539C45EBA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833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086FF-1069-6D75-7D89-66E13201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CF2C-5A8A-DA80-818C-8A333BECA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22C90-E018-84F7-C8DB-46AFEAE0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B3D3-5465-464A-BAB1-F72168CCE2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F1566-8344-8D50-B6BC-994134A9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F1AFB-5B76-FF33-079D-63E6505A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280-4CF7-4D48-BDDA-539C45EBA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89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2624-8B31-580B-F798-12E5A627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14749-0797-78EB-AE33-7380F0559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063F4-96E3-EB25-247F-80BA6374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B3D3-5465-464A-BAB1-F72168CCE2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D596F-9103-D76C-37CC-BC39D309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3A36-23D9-B0E1-F093-05B273E9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280-4CF7-4D48-BDDA-539C45EBA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01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D8E1-C1E5-571F-42AC-ABD87E9B3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E11F2-1B50-FB2C-677F-62D6D9059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C00C0-AC70-7ECC-DDD1-77A971B9B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42D9D-10FD-80E8-92C3-FE961CCC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B3D3-5465-464A-BAB1-F72168CCE2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5E7AA-1A89-A623-443F-7BE41FE87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BA6F3-AC26-D3ED-C1CC-F966356C1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280-4CF7-4D48-BDDA-539C45EBA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685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0EAD-4138-FBCF-3DC2-3C97C88B1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47446-6569-5ACE-8A13-44E5F07BF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F098D-7839-6CC8-704B-E0BCED0A8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F219E-BF06-A396-1018-E1C5D735B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79C10-E84C-519B-46B4-CB5313C1F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5A95A8-A02B-3C93-4FD9-84FC3F088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B3D3-5465-464A-BAB1-F72168CCE2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BB86AA-4994-FC54-E487-4CB33C6E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2C927-9F63-3362-E8BE-86F1033F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280-4CF7-4D48-BDDA-539C45EBA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95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99F0-7C77-12C5-5285-7835EFFF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D5445C-BD6B-9BE7-F9A2-E706BA49A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B3D3-5465-464A-BAB1-F72168CCE2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A49BF-0A67-CE4E-1BCE-37DC0FCEF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968CB-DF9A-316A-EB27-F8F0C9CB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280-4CF7-4D48-BDDA-539C45EBA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704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938C5-6B90-CA15-6742-195BF5A32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B3D3-5465-464A-BAB1-F72168CCE2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7C2E3-0E1D-CFA1-BE8D-9AC99B16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E4080-FC7A-FC7B-5980-C88D1F619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280-4CF7-4D48-BDDA-539C45EBA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92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8446-683E-B373-58F6-CE061441D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DD7A-E2F1-FE65-D1E9-261CC7A58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CD6FD-4858-189C-4499-12D261A0A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DECF0-40D3-92E6-9AC0-9A230105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B3D3-5465-464A-BAB1-F72168CCE2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6A408-EFA8-94F7-53C4-A0030659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33FC9-966E-975B-77E1-83AB9961C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280-4CF7-4D48-BDDA-539C45EBA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44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EC46A-90A6-F4D1-28DC-A4E9607D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9AA46E-911A-3B9D-4124-AC95A5E2F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E037A-7A0B-4976-B099-6086512EE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BE949-3044-2420-72A7-8619D7B3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B3D3-5465-464A-BAB1-F72168CCE2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B4CD7-FBCE-1D14-36FE-B99F3261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09B51-5645-9110-F2D8-EE019E4C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280-4CF7-4D48-BDDA-539C45EBA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431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49567-FB90-F0EA-5A74-D5C44DD4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81FD4-40E4-F02E-33F9-AFBF13EA3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F41A3-11FB-C33D-5B67-355A5670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B3D3-5465-464A-BAB1-F72168CCE2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737C6-2226-2AE4-F2C0-0DDAB28B0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366BA-4571-6768-990E-5EEBA4D8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280-4CF7-4D48-BDDA-539C45EBA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957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B45D06-28A2-67FE-6902-C8D825091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7C9EF-C155-B86B-DE6A-DA9BD7460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B6CD4-576E-0037-ED1F-08E4E8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B3D3-5465-464A-BAB1-F72168CCE2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CCBA4-8B2F-7924-13C0-09838664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6A414-AFD4-BB26-8502-E7774377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280-4CF7-4D48-BDDA-539C45EBA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960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1CF213-810C-CA36-F5FF-4A5529C86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511E3-766E-9D4A-E8AF-A1B3F23B6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EF742-DB38-640D-27A6-DA348A7B8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9B3D3-5465-464A-BAB1-F72168CCE2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85762-C024-58C1-1ADF-AC6A4391C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AC2C4-C744-F939-9B39-196D3D9CB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DD280-4CF7-4D48-BDDA-539C45EBA3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87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E266-C05B-D273-14E9-ACE81EB818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 Build My Personal Cybersecurity lab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DA495-B094-8520-9BB2-06689A81BF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Prepared by: Saloni Kumari</a:t>
            </a:r>
          </a:p>
          <a:p>
            <a:r>
              <a:rPr lang="en-IN" dirty="0"/>
              <a:t>Role: Cybersecurity Analyst Intern</a:t>
            </a:r>
          </a:p>
          <a:p>
            <a:r>
              <a:rPr lang="en-IN" dirty="0"/>
              <a:t>Date: 18-04-2026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0557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3F9E-0669-8D05-21FC-0965F9DDD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Objective: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9FFE7-A68A-3CD1-6719-26F96D312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To build a safe and isolated cybersecurity practice environment: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F1AACC-B08F-4DF4-9BE0-E5E500269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951094"/>
              </p:ext>
            </p:extLst>
          </p:nvPr>
        </p:nvGraphicFramePr>
        <p:xfrm>
          <a:off x="1705986" y="2676323"/>
          <a:ext cx="8780028" cy="350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014">
                  <a:extLst>
                    <a:ext uri="{9D8B030D-6E8A-4147-A177-3AD203B41FA5}">
                      <a16:colId xmlns:a16="http://schemas.microsoft.com/office/drawing/2014/main" val="2490549563"/>
                    </a:ext>
                  </a:extLst>
                </a:gridCol>
                <a:gridCol w="4390014">
                  <a:extLst>
                    <a:ext uri="{9D8B030D-6E8A-4147-A177-3AD203B41FA5}">
                      <a16:colId xmlns:a16="http://schemas.microsoft.com/office/drawing/2014/main" val="2614298921"/>
                    </a:ext>
                  </a:extLst>
                </a:gridCol>
              </a:tblGrid>
              <a:tr h="583440">
                <a:tc>
                  <a:txBody>
                    <a:bodyPr/>
                    <a:lstStyle/>
                    <a:p>
                      <a:r>
                        <a:rPr lang="en-IN" sz="2600" b="1" dirty="0"/>
                        <a:t>                  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                    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360997"/>
                  </a:ext>
                </a:extLst>
              </a:tr>
              <a:tr h="583440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            Attacker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        Kali Linux (VMware)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989930"/>
                  </a:ext>
                </a:extLst>
              </a:tr>
              <a:tr h="583440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            Target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        OWASP Juice Shop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135212"/>
                  </a:ext>
                </a:extLst>
              </a:tr>
              <a:tr h="583440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          RAM Allocated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                           4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85058"/>
                  </a:ext>
                </a:extLst>
              </a:tr>
              <a:tr h="583440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                  CPUs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                              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564015"/>
                  </a:ext>
                </a:extLst>
              </a:tr>
              <a:tr h="583440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              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NAT(Internet) + Host-Only(Lab)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301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52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BF9FB-5E9F-AE95-7D72-F20D56E07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b="1" dirty="0"/>
              <a:t>Juice-Shop Homepage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CC7759-317F-45A1-1663-FF689A133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131" y="3796478"/>
            <a:ext cx="85737" cy="409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980AF8-94B6-E972-894B-A8473AEBD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373" y="1393703"/>
            <a:ext cx="9235516" cy="48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33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0FDB2-B34C-24A2-656C-63DDC2C8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/>
              <a:t>Docker PS(Juice-Shop Running)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2D5A209-8CF8-6AD1-40FC-F8DF79254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IN" sz="3200" b="1" dirty="0"/>
          </a:p>
          <a:p>
            <a:pPr marL="0" indent="0">
              <a:buNone/>
            </a:pPr>
            <a:endParaRPr lang="en-IN" sz="3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3200" b="1" dirty="0"/>
              <a:t>Nmap Scan(Port 3000 Open)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3200" dirty="0"/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404B2E0F-7B4E-7727-316B-7D766FA0A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84" y="1690688"/>
            <a:ext cx="10515600" cy="7349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EC8B5B-2D3E-577B-F09E-13AC007CA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798" y="3661614"/>
            <a:ext cx="9066229" cy="265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493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EB75-BDFF-2867-473E-A44B16C8E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/>
              <a:t>IP Configuration(Kali Linux)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BC4AAC-6A85-32D4-CDD6-4EFC97A14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67" y="1690688"/>
            <a:ext cx="10504933" cy="414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48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7ECDC-6F72-FDE6-134A-43C2BAE7C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b="1" dirty="0"/>
              <a:t>Burp Suite(HTTP History)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380403-076A-9AEE-2421-354AB7E1D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548" y="1690688"/>
            <a:ext cx="93535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06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B5D6-CDA0-2C32-8579-5024B88B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b="1" dirty="0"/>
              <a:t>Wireshark(HTTP Capture)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F2460D-D429-0778-1D19-CDA330BD0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538" y="1509189"/>
            <a:ext cx="6508924" cy="48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816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367D-8B8B-F86A-65CB-4D8E6D7C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b="1" dirty="0"/>
              <a:t>IP Configuration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624A6-48DC-594E-D6CE-7D2B9B8D4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16" y="1610301"/>
            <a:ext cx="9344967" cy="474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74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EAFB9-030F-C49A-D76C-B752E530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Command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491123-4DB0-C254-4F39-D941EEABAA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0820048"/>
              </p:ext>
            </p:extLst>
          </p:nvPr>
        </p:nvGraphicFramePr>
        <p:xfrm>
          <a:off x="838199" y="1625600"/>
          <a:ext cx="10677212" cy="4463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8606">
                  <a:extLst>
                    <a:ext uri="{9D8B030D-6E8A-4147-A177-3AD203B41FA5}">
                      <a16:colId xmlns:a16="http://schemas.microsoft.com/office/drawing/2014/main" val="432608481"/>
                    </a:ext>
                  </a:extLst>
                </a:gridCol>
                <a:gridCol w="5338606">
                  <a:extLst>
                    <a:ext uri="{9D8B030D-6E8A-4147-A177-3AD203B41FA5}">
                      <a16:colId xmlns:a16="http://schemas.microsoft.com/office/drawing/2014/main" val="2209579517"/>
                    </a:ext>
                  </a:extLst>
                </a:gridCol>
              </a:tblGrid>
              <a:tr h="45894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               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                 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055664"/>
                  </a:ext>
                </a:extLst>
              </a:tr>
              <a:tr h="45894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Update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sudo</a:t>
                      </a:r>
                      <a:r>
                        <a:rPr lang="en-IN" dirty="0"/>
                        <a:t> apt update &amp;&amp; </a:t>
                      </a:r>
                      <a:r>
                        <a:rPr lang="en-IN" dirty="0" err="1"/>
                        <a:t>sudo</a:t>
                      </a:r>
                      <a:r>
                        <a:rPr lang="en-IN" dirty="0"/>
                        <a:t> apt upgrade -y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255799"/>
                  </a:ext>
                </a:extLst>
              </a:tr>
              <a:tr h="45894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Install Docker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sudo</a:t>
                      </a:r>
                      <a:r>
                        <a:rPr lang="en-IN" dirty="0"/>
                        <a:t> apt install docker.io -y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770687"/>
                  </a:ext>
                </a:extLst>
              </a:tr>
              <a:tr h="792150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Run Juice 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sudo</a:t>
                      </a:r>
                      <a:r>
                        <a:rPr lang="en-IN" dirty="0"/>
                        <a:t> docker run –d –p 3000:3000 --name juice-shop </a:t>
                      </a:r>
                      <a:r>
                        <a:rPr lang="en-IN" dirty="0" err="1"/>
                        <a:t>bkimminich</a:t>
                      </a:r>
                      <a:r>
                        <a:rPr lang="en-IN" dirty="0"/>
                        <a:t>/juice-shop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749330"/>
                  </a:ext>
                </a:extLst>
              </a:tr>
              <a:tr h="45894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Check Docker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sudo</a:t>
                      </a:r>
                      <a:r>
                        <a:rPr lang="en-IN" dirty="0"/>
                        <a:t> docker </a:t>
                      </a:r>
                      <a:r>
                        <a:rPr lang="en-IN" dirty="0" err="1"/>
                        <a:t>ps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493614"/>
                  </a:ext>
                </a:extLst>
              </a:tr>
              <a:tr h="45894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Nmap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Nmap –p 3000 127.0.0.1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21807"/>
                  </a:ext>
                </a:extLst>
              </a:tr>
              <a:tr h="45894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IP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ip</a:t>
                      </a:r>
                      <a:r>
                        <a:rPr lang="en-IN" dirty="0"/>
                        <a:t> 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833113"/>
                  </a:ext>
                </a:extLst>
              </a:tr>
              <a:tr h="45894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Burp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burpsuite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616496"/>
                  </a:ext>
                </a:extLst>
              </a:tr>
              <a:tr h="458944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Wireshark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wireshark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71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772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3367-2121-1B8A-DBF9-8A09707C3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CB5E1-1FDB-AF6D-D418-E3BFDA337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built a personal cybersecurity lab with: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✅ Kali Linux attacker machine</a:t>
            </a:r>
          </a:p>
          <a:p>
            <a:pPr marL="0" indent="0">
              <a:buNone/>
            </a:pPr>
            <a:r>
              <a:rPr lang="en-US" dirty="0"/>
              <a:t>✅ Juice Shop vulnerable target</a:t>
            </a:r>
          </a:p>
          <a:p>
            <a:pPr marL="0" indent="0">
              <a:buNone/>
            </a:pPr>
            <a:r>
              <a:rPr lang="en-US" dirty="0"/>
              <a:t>✅ Connectivity verified via Nmap</a:t>
            </a:r>
          </a:p>
          <a:p>
            <a:pPr marL="0" indent="0">
              <a:buNone/>
            </a:pPr>
            <a:r>
              <a:rPr lang="en-US" dirty="0"/>
              <a:t>✅ Burp Suite intercept working</a:t>
            </a:r>
          </a:p>
          <a:p>
            <a:pPr marL="0" indent="0">
              <a:buNone/>
            </a:pPr>
            <a:r>
              <a:rPr lang="en-US" dirty="0"/>
              <a:t>✅ Wireshark HTTP capture working</a:t>
            </a:r>
          </a:p>
        </p:txBody>
      </p:sp>
    </p:spTree>
    <p:extLst>
      <p:ext uri="{BB962C8B-B14F-4D97-AF65-F5344CB8AC3E}">
        <p14:creationId xmlns:p14="http://schemas.microsoft.com/office/powerpoint/2010/main" val="593799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214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 Build My Personal Cybersecurity lab</vt:lpstr>
      <vt:lpstr>Objective:</vt:lpstr>
      <vt:lpstr>Juice-Shop Homepage</vt:lpstr>
      <vt:lpstr>Docker PS(Juice-Shop Running)</vt:lpstr>
      <vt:lpstr>IP Configuration(Kali Linux)</vt:lpstr>
      <vt:lpstr>Burp Suite(HTTP History)</vt:lpstr>
      <vt:lpstr>Wireshark(HTTP Capture)</vt:lpstr>
      <vt:lpstr>IP Configuration</vt:lpstr>
      <vt:lpstr>Command Used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saloni kumari</dc:creator>
  <cp:lastModifiedBy>saloni kumari</cp:lastModifiedBy>
  <cp:revision>2</cp:revision>
  <dcterms:created xsi:type="dcterms:W3CDTF">2026-04-18T23:03:12Z</dcterms:created>
  <dcterms:modified xsi:type="dcterms:W3CDTF">2026-04-19T00:57:08Z</dcterms:modified>
</cp:coreProperties>
</file>