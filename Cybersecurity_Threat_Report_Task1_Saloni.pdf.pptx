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3" r:id="rId3"/>
    <p:sldId id="300" r:id="rId4"/>
    <p:sldId id="274" r:id="rId5"/>
    <p:sldId id="284" r:id="rId6"/>
    <p:sldId id="275" r:id="rId7"/>
    <p:sldId id="285" r:id="rId8"/>
    <p:sldId id="276" r:id="rId9"/>
    <p:sldId id="286" r:id="rId10"/>
    <p:sldId id="277" r:id="rId11"/>
    <p:sldId id="287" r:id="rId12"/>
    <p:sldId id="278" r:id="rId13"/>
    <p:sldId id="288" r:id="rId14"/>
    <p:sldId id="292" r:id="rId15"/>
    <p:sldId id="293" r:id="rId16"/>
    <p:sldId id="266" r:id="rId17"/>
    <p:sldId id="294" r:id="rId18"/>
    <p:sldId id="295" r:id="rId19"/>
    <p:sldId id="296" r:id="rId20"/>
    <p:sldId id="297" r:id="rId21"/>
    <p:sldId id="298" r:id="rId22"/>
    <p:sldId id="299"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7D2CF88-A614-4B8D-A043-074F150DAB16}" v="110" dt="2026-04-06T19:16:55.63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987" autoAdjust="0"/>
    <p:restoredTop sz="94660"/>
  </p:normalViewPr>
  <p:slideViewPr>
    <p:cSldViewPr snapToGrid="0">
      <p:cViewPr varScale="1">
        <p:scale>
          <a:sx n="72" d="100"/>
          <a:sy n="72" d="100"/>
        </p:scale>
        <p:origin x="91" y="4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loni kumari" userId="7a281704ba269e41" providerId="LiveId" clId="{D83BE971-4063-4307-8A39-F126B3801DA0}"/>
    <pc:docChg chg="undo redo custSel addSld delSld modSld sldOrd">
      <pc:chgData name="saloni kumari" userId="7a281704ba269e41" providerId="LiveId" clId="{D83BE971-4063-4307-8A39-F126B3801DA0}" dt="2026-04-07T12:38:08.534" v="2320" actId="20577"/>
      <pc:docMkLst>
        <pc:docMk/>
      </pc:docMkLst>
      <pc:sldChg chg="modSp mod">
        <pc:chgData name="saloni kumari" userId="7a281704ba269e41" providerId="LiveId" clId="{D83BE971-4063-4307-8A39-F126B3801DA0}" dt="2026-04-07T12:38:08.534" v="2320" actId="20577"/>
        <pc:sldMkLst>
          <pc:docMk/>
          <pc:sldMk cId="767750647" sldId="256"/>
        </pc:sldMkLst>
        <pc:spChg chg="mod">
          <ac:chgData name="saloni kumari" userId="7a281704ba269e41" providerId="LiveId" clId="{D83BE971-4063-4307-8A39-F126B3801DA0}" dt="2026-04-07T12:38:08.534" v="2320" actId="20577"/>
          <ac:spMkLst>
            <pc:docMk/>
            <pc:sldMk cId="767750647" sldId="256"/>
            <ac:spMk id="3" creationId="{675075F3-BEB3-4A0B-3FE8-9BE159D8F5CE}"/>
          </ac:spMkLst>
        </pc:spChg>
      </pc:sldChg>
      <pc:sldChg chg="modSp del mod ord">
        <pc:chgData name="saloni kumari" userId="7a281704ba269e41" providerId="LiveId" clId="{D83BE971-4063-4307-8A39-F126B3801DA0}" dt="2026-04-06T18:56:39.002" v="2144" actId="2696"/>
        <pc:sldMkLst>
          <pc:docMk/>
          <pc:sldMk cId="3791137056" sldId="257"/>
        </pc:sldMkLst>
      </pc:sldChg>
      <pc:sldChg chg="modSp del mod">
        <pc:chgData name="saloni kumari" userId="7a281704ba269e41" providerId="LiveId" clId="{D83BE971-4063-4307-8A39-F126B3801DA0}" dt="2026-04-06T19:22:42.279" v="2242" actId="2696"/>
        <pc:sldMkLst>
          <pc:docMk/>
          <pc:sldMk cId="508250704" sldId="259"/>
        </pc:sldMkLst>
      </pc:sldChg>
      <pc:sldChg chg="modSp del mod">
        <pc:chgData name="saloni kumari" userId="7a281704ba269e41" providerId="LiveId" clId="{D83BE971-4063-4307-8A39-F126B3801DA0}" dt="2026-04-06T06:51:08.005" v="1289" actId="2696"/>
        <pc:sldMkLst>
          <pc:docMk/>
          <pc:sldMk cId="2226273817" sldId="265"/>
        </pc:sldMkLst>
        <pc:graphicFrameChg chg="mod modGraphic">
          <ac:chgData name="saloni kumari" userId="7a281704ba269e41" providerId="LiveId" clId="{D83BE971-4063-4307-8A39-F126B3801DA0}" dt="2026-04-06T06:44:16.422" v="1203" actId="14734"/>
          <ac:graphicFrameMkLst>
            <pc:docMk/>
            <pc:sldMk cId="2226273817" sldId="265"/>
            <ac:graphicFrameMk id="4" creationId="{AD43F605-191A-11BE-9C58-FCF248555BA7}"/>
          </ac:graphicFrameMkLst>
        </pc:graphicFrameChg>
      </pc:sldChg>
      <pc:sldChg chg="addSp delSp modSp mod">
        <pc:chgData name="saloni kumari" userId="7a281704ba269e41" providerId="LiveId" clId="{D83BE971-4063-4307-8A39-F126B3801DA0}" dt="2026-04-06T08:00:38.846" v="1451" actId="1076"/>
        <pc:sldMkLst>
          <pc:docMk/>
          <pc:sldMk cId="1612932251" sldId="266"/>
        </pc:sldMkLst>
        <pc:spChg chg="mod">
          <ac:chgData name="saloni kumari" userId="7a281704ba269e41" providerId="LiveId" clId="{D83BE971-4063-4307-8A39-F126B3801DA0}" dt="2026-04-06T07:59:13.607" v="1434" actId="20577"/>
          <ac:spMkLst>
            <pc:docMk/>
            <pc:sldMk cId="1612932251" sldId="266"/>
            <ac:spMk id="3" creationId="{6EFFE33E-7BF2-1C33-04B2-E03260233FB3}"/>
          </ac:spMkLst>
        </pc:spChg>
        <pc:picChg chg="add del mod">
          <ac:chgData name="saloni kumari" userId="7a281704ba269e41" providerId="LiveId" clId="{D83BE971-4063-4307-8A39-F126B3801DA0}" dt="2026-04-06T08:00:10.582" v="1444" actId="21"/>
          <ac:picMkLst>
            <pc:docMk/>
            <pc:sldMk cId="1612932251" sldId="266"/>
            <ac:picMk id="5" creationId="{764CFD25-9EBE-476E-B426-F8995318F358}"/>
          </ac:picMkLst>
        </pc:picChg>
        <pc:picChg chg="add mod">
          <ac:chgData name="saloni kumari" userId="7a281704ba269e41" providerId="LiveId" clId="{D83BE971-4063-4307-8A39-F126B3801DA0}" dt="2026-04-06T08:00:38.846" v="1451" actId="1076"/>
          <ac:picMkLst>
            <pc:docMk/>
            <pc:sldMk cId="1612932251" sldId="266"/>
            <ac:picMk id="7" creationId="{494978C1-C450-0252-0827-BB7BE8DA5CE2}"/>
          </ac:picMkLst>
        </pc:picChg>
      </pc:sldChg>
      <pc:sldChg chg="del">
        <pc:chgData name="saloni kumari" userId="7a281704ba269e41" providerId="LiveId" clId="{D83BE971-4063-4307-8A39-F126B3801DA0}" dt="2026-04-06T18:56:14.414" v="2142" actId="2696"/>
        <pc:sldMkLst>
          <pc:docMk/>
          <pc:sldMk cId="3584874882" sldId="267"/>
        </pc:sldMkLst>
      </pc:sldChg>
      <pc:sldChg chg="del">
        <pc:chgData name="saloni kumari" userId="7a281704ba269e41" providerId="LiveId" clId="{D83BE971-4063-4307-8A39-F126B3801DA0}" dt="2026-04-06T18:57:06.845" v="2149" actId="2696"/>
        <pc:sldMkLst>
          <pc:docMk/>
          <pc:sldMk cId="1240082440" sldId="268"/>
        </pc:sldMkLst>
      </pc:sldChg>
      <pc:sldChg chg="del">
        <pc:chgData name="saloni kumari" userId="7a281704ba269e41" providerId="LiveId" clId="{D83BE971-4063-4307-8A39-F126B3801DA0}" dt="2026-04-06T18:57:03.958" v="2148" actId="2696"/>
        <pc:sldMkLst>
          <pc:docMk/>
          <pc:sldMk cId="3724508857" sldId="269"/>
        </pc:sldMkLst>
      </pc:sldChg>
      <pc:sldChg chg="del">
        <pc:chgData name="saloni kumari" userId="7a281704ba269e41" providerId="LiveId" clId="{D83BE971-4063-4307-8A39-F126B3801DA0}" dt="2026-04-06T18:57:00.770" v="2147" actId="2696"/>
        <pc:sldMkLst>
          <pc:docMk/>
          <pc:sldMk cId="3031075836" sldId="270"/>
        </pc:sldMkLst>
      </pc:sldChg>
      <pc:sldChg chg="del">
        <pc:chgData name="saloni kumari" userId="7a281704ba269e41" providerId="LiveId" clId="{D83BE971-4063-4307-8A39-F126B3801DA0}" dt="2026-04-06T18:56:56.640" v="2146" actId="2696"/>
        <pc:sldMkLst>
          <pc:docMk/>
          <pc:sldMk cId="3511004054" sldId="271"/>
        </pc:sldMkLst>
      </pc:sldChg>
      <pc:sldChg chg="del">
        <pc:chgData name="saloni kumari" userId="7a281704ba269e41" providerId="LiveId" clId="{D83BE971-4063-4307-8A39-F126B3801DA0}" dt="2026-04-06T18:56:27.165" v="2143" actId="2696"/>
        <pc:sldMkLst>
          <pc:docMk/>
          <pc:sldMk cId="2199539774" sldId="272"/>
        </pc:sldMkLst>
      </pc:sldChg>
      <pc:sldChg chg="modSp new mod">
        <pc:chgData name="saloni kumari" userId="7a281704ba269e41" providerId="LiveId" clId="{D83BE971-4063-4307-8A39-F126B3801DA0}" dt="2026-04-05T17:41:02.260" v="513" actId="255"/>
        <pc:sldMkLst>
          <pc:docMk/>
          <pc:sldMk cId="1078464464" sldId="273"/>
        </pc:sldMkLst>
        <pc:spChg chg="mod">
          <ac:chgData name="saloni kumari" userId="7a281704ba269e41" providerId="LiveId" clId="{D83BE971-4063-4307-8A39-F126B3801DA0}" dt="2026-04-05T17:20:57.198" v="289" actId="255"/>
          <ac:spMkLst>
            <pc:docMk/>
            <pc:sldMk cId="1078464464" sldId="273"/>
            <ac:spMk id="2" creationId="{AA28018A-1F3C-C378-EBF4-873256B13F5A}"/>
          </ac:spMkLst>
        </pc:spChg>
        <pc:spChg chg="mod">
          <ac:chgData name="saloni kumari" userId="7a281704ba269e41" providerId="LiveId" clId="{D83BE971-4063-4307-8A39-F126B3801DA0}" dt="2026-04-05T17:41:02.260" v="513" actId="255"/>
          <ac:spMkLst>
            <pc:docMk/>
            <pc:sldMk cId="1078464464" sldId="273"/>
            <ac:spMk id="3" creationId="{CAF72ECD-1194-96D3-E37F-2FA1EB0FA1F9}"/>
          </ac:spMkLst>
        </pc:spChg>
      </pc:sldChg>
      <pc:sldChg chg="addSp modSp new mod">
        <pc:chgData name="saloni kumari" userId="7a281704ba269e41" providerId="LiveId" clId="{D83BE971-4063-4307-8A39-F126B3801DA0}" dt="2026-04-06T19:31:36.782" v="2247" actId="1076"/>
        <pc:sldMkLst>
          <pc:docMk/>
          <pc:sldMk cId="2199312940" sldId="274"/>
        </pc:sldMkLst>
        <pc:spChg chg="mod">
          <ac:chgData name="saloni kumari" userId="7a281704ba269e41" providerId="LiveId" clId="{D83BE971-4063-4307-8A39-F126B3801DA0}" dt="2026-04-05T17:30:22.043" v="399" actId="20577"/>
          <ac:spMkLst>
            <pc:docMk/>
            <pc:sldMk cId="2199312940" sldId="274"/>
            <ac:spMk id="2" creationId="{EFE7E76A-E5DE-F797-9875-D5CAB035DB60}"/>
          </ac:spMkLst>
        </pc:spChg>
        <pc:spChg chg="mod">
          <ac:chgData name="saloni kumari" userId="7a281704ba269e41" providerId="LiveId" clId="{D83BE971-4063-4307-8A39-F126B3801DA0}" dt="2026-04-05T17:56:22.501" v="588" actId="255"/>
          <ac:spMkLst>
            <pc:docMk/>
            <pc:sldMk cId="2199312940" sldId="274"/>
            <ac:spMk id="3" creationId="{55521117-113E-B93F-F56D-683F5ECD6D76}"/>
          </ac:spMkLst>
        </pc:spChg>
        <pc:picChg chg="add mod">
          <ac:chgData name="saloni kumari" userId="7a281704ba269e41" providerId="LiveId" clId="{D83BE971-4063-4307-8A39-F126B3801DA0}" dt="2026-04-06T19:31:36.782" v="2247" actId="1076"/>
          <ac:picMkLst>
            <pc:docMk/>
            <pc:sldMk cId="2199312940" sldId="274"/>
            <ac:picMk id="5" creationId="{BE93054D-7DCF-B623-51C2-0AA86C177CBD}"/>
          </ac:picMkLst>
        </pc:picChg>
      </pc:sldChg>
      <pc:sldChg chg="addSp modSp new mod">
        <pc:chgData name="saloni kumari" userId="7a281704ba269e41" providerId="LiveId" clId="{D83BE971-4063-4307-8A39-F126B3801DA0}" dt="2026-04-05T18:08:25.599" v="648" actId="14100"/>
        <pc:sldMkLst>
          <pc:docMk/>
          <pc:sldMk cId="3045107498" sldId="275"/>
        </pc:sldMkLst>
        <pc:spChg chg="mod">
          <ac:chgData name="saloni kumari" userId="7a281704ba269e41" providerId="LiveId" clId="{D83BE971-4063-4307-8A39-F126B3801DA0}" dt="2026-04-05T17:32:18.157" v="410" actId="20577"/>
          <ac:spMkLst>
            <pc:docMk/>
            <pc:sldMk cId="3045107498" sldId="275"/>
            <ac:spMk id="2" creationId="{FE800BAB-DBBE-1A71-1351-DC6BC3844A65}"/>
          </ac:spMkLst>
        </pc:spChg>
        <pc:spChg chg="mod">
          <ac:chgData name="saloni kumari" userId="7a281704ba269e41" providerId="LiveId" clId="{D83BE971-4063-4307-8A39-F126B3801DA0}" dt="2026-04-05T18:07:01.120" v="634" actId="20577"/>
          <ac:spMkLst>
            <pc:docMk/>
            <pc:sldMk cId="3045107498" sldId="275"/>
            <ac:spMk id="3" creationId="{19F42F20-3171-A33E-40F0-C28797F6DF19}"/>
          </ac:spMkLst>
        </pc:spChg>
        <pc:picChg chg="add mod">
          <ac:chgData name="saloni kumari" userId="7a281704ba269e41" providerId="LiveId" clId="{D83BE971-4063-4307-8A39-F126B3801DA0}" dt="2026-04-05T18:08:25.599" v="648" actId="14100"/>
          <ac:picMkLst>
            <pc:docMk/>
            <pc:sldMk cId="3045107498" sldId="275"/>
            <ac:picMk id="5" creationId="{CC8E5354-37AE-93FC-4084-889F2BC99CB6}"/>
          </ac:picMkLst>
        </pc:picChg>
      </pc:sldChg>
      <pc:sldChg chg="addSp modSp new mod">
        <pc:chgData name="saloni kumari" userId="7a281704ba269e41" providerId="LiveId" clId="{D83BE971-4063-4307-8A39-F126B3801DA0}" dt="2026-04-05T19:05:10.736" v="922" actId="1076"/>
        <pc:sldMkLst>
          <pc:docMk/>
          <pc:sldMk cId="2005182997" sldId="276"/>
        </pc:sldMkLst>
        <pc:spChg chg="mod">
          <ac:chgData name="saloni kumari" userId="7a281704ba269e41" providerId="LiveId" clId="{D83BE971-4063-4307-8A39-F126B3801DA0}" dt="2026-04-05T17:33:39.059" v="422" actId="20577"/>
          <ac:spMkLst>
            <pc:docMk/>
            <pc:sldMk cId="2005182997" sldId="276"/>
            <ac:spMk id="2" creationId="{B0AD216B-B96A-27A5-588A-3A01A8C4CD22}"/>
          </ac:spMkLst>
        </pc:spChg>
        <pc:spChg chg="mod">
          <ac:chgData name="saloni kumari" userId="7a281704ba269e41" providerId="LiveId" clId="{D83BE971-4063-4307-8A39-F126B3801DA0}" dt="2026-04-05T19:04:25.208" v="913" actId="20577"/>
          <ac:spMkLst>
            <pc:docMk/>
            <pc:sldMk cId="2005182997" sldId="276"/>
            <ac:spMk id="3" creationId="{AC9C4908-63E1-2E80-A323-FDF5FDB0FD9F}"/>
          </ac:spMkLst>
        </pc:spChg>
        <pc:picChg chg="add mod">
          <ac:chgData name="saloni kumari" userId="7a281704ba269e41" providerId="LiveId" clId="{D83BE971-4063-4307-8A39-F126B3801DA0}" dt="2026-04-05T19:05:10.736" v="922" actId="1076"/>
          <ac:picMkLst>
            <pc:docMk/>
            <pc:sldMk cId="2005182997" sldId="276"/>
            <ac:picMk id="5" creationId="{D506A763-0BDF-EE91-03FE-5AF6E24EDF4B}"/>
          </ac:picMkLst>
        </pc:picChg>
      </pc:sldChg>
      <pc:sldChg chg="addSp modSp new mod">
        <pc:chgData name="saloni kumari" userId="7a281704ba269e41" providerId="LiveId" clId="{D83BE971-4063-4307-8A39-F126B3801DA0}" dt="2026-04-05T19:12:17.506" v="958" actId="1076"/>
        <pc:sldMkLst>
          <pc:docMk/>
          <pc:sldMk cId="3209982771" sldId="277"/>
        </pc:sldMkLst>
        <pc:spChg chg="mod">
          <ac:chgData name="saloni kumari" userId="7a281704ba269e41" providerId="LiveId" clId="{D83BE971-4063-4307-8A39-F126B3801DA0}" dt="2026-04-05T17:36:02.372" v="455" actId="20577"/>
          <ac:spMkLst>
            <pc:docMk/>
            <pc:sldMk cId="3209982771" sldId="277"/>
            <ac:spMk id="2" creationId="{72F5BCDE-E09C-91F2-199A-B36BF20681BD}"/>
          </ac:spMkLst>
        </pc:spChg>
        <pc:spChg chg="mod">
          <ac:chgData name="saloni kumari" userId="7a281704ba269e41" providerId="LiveId" clId="{D83BE971-4063-4307-8A39-F126B3801DA0}" dt="2026-04-05T19:11:51.868" v="955" actId="20577"/>
          <ac:spMkLst>
            <pc:docMk/>
            <pc:sldMk cId="3209982771" sldId="277"/>
            <ac:spMk id="3" creationId="{3299BCB9-C3E8-91CE-168C-564029C03A59}"/>
          </ac:spMkLst>
        </pc:spChg>
        <pc:picChg chg="add mod">
          <ac:chgData name="saloni kumari" userId="7a281704ba269e41" providerId="LiveId" clId="{D83BE971-4063-4307-8A39-F126B3801DA0}" dt="2026-04-05T19:12:17.506" v="958" actId="1076"/>
          <ac:picMkLst>
            <pc:docMk/>
            <pc:sldMk cId="3209982771" sldId="277"/>
            <ac:picMk id="5" creationId="{CF1E73E9-9C4F-98F1-D8B5-070E14D9C818}"/>
          </ac:picMkLst>
        </pc:picChg>
      </pc:sldChg>
      <pc:sldChg chg="modSp new mod">
        <pc:chgData name="saloni kumari" userId="7a281704ba269e41" providerId="LiveId" clId="{D83BE971-4063-4307-8A39-F126B3801DA0}" dt="2026-04-05T19:16:56.401" v="1001" actId="20577"/>
        <pc:sldMkLst>
          <pc:docMk/>
          <pc:sldMk cId="3875379829" sldId="278"/>
        </pc:sldMkLst>
        <pc:spChg chg="mod">
          <ac:chgData name="saloni kumari" userId="7a281704ba269e41" providerId="LiveId" clId="{D83BE971-4063-4307-8A39-F126B3801DA0}" dt="2026-04-05T17:37:18.292" v="479" actId="20577"/>
          <ac:spMkLst>
            <pc:docMk/>
            <pc:sldMk cId="3875379829" sldId="278"/>
            <ac:spMk id="2" creationId="{376DA902-4E97-F707-0EFC-F1FA4AEFAAA4}"/>
          </ac:spMkLst>
        </pc:spChg>
        <pc:spChg chg="mod">
          <ac:chgData name="saloni kumari" userId="7a281704ba269e41" providerId="LiveId" clId="{D83BE971-4063-4307-8A39-F126B3801DA0}" dt="2026-04-05T19:16:56.401" v="1001" actId="20577"/>
          <ac:spMkLst>
            <pc:docMk/>
            <pc:sldMk cId="3875379829" sldId="278"/>
            <ac:spMk id="3" creationId="{7993F878-096B-AB33-7413-82DE14029CAD}"/>
          </ac:spMkLst>
        </pc:spChg>
      </pc:sldChg>
      <pc:sldChg chg="addSp modSp new del mod">
        <pc:chgData name="saloni kumari" userId="7a281704ba269e41" providerId="LiveId" clId="{D83BE971-4063-4307-8A39-F126B3801DA0}" dt="2026-04-06T19:22:26.982" v="2241" actId="2696"/>
        <pc:sldMkLst>
          <pc:docMk/>
          <pc:sldMk cId="2114550235" sldId="280"/>
        </pc:sldMkLst>
      </pc:sldChg>
      <pc:sldChg chg="modSp new mod ord">
        <pc:chgData name="saloni kumari" userId="7a281704ba269e41" providerId="LiveId" clId="{D83BE971-4063-4307-8A39-F126B3801DA0}" dt="2026-04-05T18:45:40.169" v="800" actId="20577"/>
        <pc:sldMkLst>
          <pc:docMk/>
          <pc:sldMk cId="1038513815" sldId="284"/>
        </pc:sldMkLst>
        <pc:spChg chg="mod">
          <ac:chgData name="saloni kumari" userId="7a281704ba269e41" providerId="LiveId" clId="{D83BE971-4063-4307-8A39-F126B3801DA0}" dt="2026-04-05T17:59:16.921" v="621" actId="20577"/>
          <ac:spMkLst>
            <pc:docMk/>
            <pc:sldMk cId="1038513815" sldId="284"/>
            <ac:spMk id="2" creationId="{2BC4CC7B-3A0C-C8C1-0235-043A5A4E2ADC}"/>
          </ac:spMkLst>
        </pc:spChg>
        <pc:spChg chg="mod">
          <ac:chgData name="saloni kumari" userId="7a281704ba269e41" providerId="LiveId" clId="{D83BE971-4063-4307-8A39-F126B3801DA0}" dt="2026-04-05T18:45:40.169" v="800" actId="20577"/>
          <ac:spMkLst>
            <pc:docMk/>
            <pc:sldMk cId="1038513815" sldId="284"/>
            <ac:spMk id="3" creationId="{05BBB680-E5BF-07ED-7BED-4B7490302339}"/>
          </ac:spMkLst>
        </pc:spChg>
      </pc:sldChg>
      <pc:sldChg chg="modSp new mod">
        <pc:chgData name="saloni kumari" userId="7a281704ba269e41" providerId="LiveId" clId="{D83BE971-4063-4307-8A39-F126B3801DA0}" dt="2026-04-05T18:48:13.601" v="809" actId="20577"/>
        <pc:sldMkLst>
          <pc:docMk/>
          <pc:sldMk cId="2847282613" sldId="285"/>
        </pc:sldMkLst>
        <pc:spChg chg="mod">
          <ac:chgData name="saloni kumari" userId="7a281704ba269e41" providerId="LiveId" clId="{D83BE971-4063-4307-8A39-F126B3801DA0}" dt="2026-04-05T18:07:41.508" v="642" actId="20577"/>
          <ac:spMkLst>
            <pc:docMk/>
            <pc:sldMk cId="2847282613" sldId="285"/>
            <ac:spMk id="2" creationId="{779FB454-0026-562A-511C-D1F02DB1E6CD}"/>
          </ac:spMkLst>
        </pc:spChg>
        <pc:spChg chg="mod">
          <ac:chgData name="saloni kumari" userId="7a281704ba269e41" providerId="LiveId" clId="{D83BE971-4063-4307-8A39-F126B3801DA0}" dt="2026-04-05T18:48:13.601" v="809" actId="20577"/>
          <ac:spMkLst>
            <pc:docMk/>
            <pc:sldMk cId="2847282613" sldId="285"/>
            <ac:spMk id="3" creationId="{BAF6D264-91DF-31A0-0D49-4BA214F83F7D}"/>
          </ac:spMkLst>
        </pc:spChg>
      </pc:sldChg>
      <pc:sldChg chg="modSp new mod">
        <pc:chgData name="saloni kumari" userId="7a281704ba269e41" providerId="LiveId" clId="{D83BE971-4063-4307-8A39-F126B3801DA0}" dt="2026-04-05T19:09:15.789" v="939" actId="255"/>
        <pc:sldMkLst>
          <pc:docMk/>
          <pc:sldMk cId="4219708881" sldId="286"/>
        </pc:sldMkLst>
        <pc:spChg chg="mod">
          <ac:chgData name="saloni kumari" userId="7a281704ba269e41" providerId="LiveId" clId="{D83BE971-4063-4307-8A39-F126B3801DA0}" dt="2026-04-05T19:04:13.545" v="912" actId="20577"/>
          <ac:spMkLst>
            <pc:docMk/>
            <pc:sldMk cId="4219708881" sldId="286"/>
            <ac:spMk id="2" creationId="{A156FEC6-B932-32D1-F027-DF65B3FFE26F}"/>
          </ac:spMkLst>
        </pc:spChg>
        <pc:spChg chg="mod">
          <ac:chgData name="saloni kumari" userId="7a281704ba269e41" providerId="LiveId" clId="{D83BE971-4063-4307-8A39-F126B3801DA0}" dt="2026-04-05T19:09:15.789" v="939" actId="255"/>
          <ac:spMkLst>
            <pc:docMk/>
            <pc:sldMk cId="4219708881" sldId="286"/>
            <ac:spMk id="3" creationId="{3329CD30-1DF3-E69B-0542-BF2562A0ED1B}"/>
          </ac:spMkLst>
        </pc:spChg>
      </pc:sldChg>
      <pc:sldChg chg="modSp new mod">
        <pc:chgData name="saloni kumari" userId="7a281704ba269e41" providerId="LiveId" clId="{D83BE971-4063-4307-8A39-F126B3801DA0}" dt="2026-04-05T19:14:55.887" v="982" actId="20577"/>
        <pc:sldMkLst>
          <pc:docMk/>
          <pc:sldMk cId="97058247" sldId="287"/>
        </pc:sldMkLst>
        <pc:spChg chg="mod">
          <ac:chgData name="saloni kumari" userId="7a281704ba269e41" providerId="LiveId" clId="{D83BE971-4063-4307-8A39-F126B3801DA0}" dt="2026-04-05T19:11:35.943" v="954" actId="113"/>
          <ac:spMkLst>
            <pc:docMk/>
            <pc:sldMk cId="97058247" sldId="287"/>
            <ac:spMk id="2" creationId="{793AAB48-998E-5FF8-147F-E81208072056}"/>
          </ac:spMkLst>
        </pc:spChg>
        <pc:spChg chg="mod">
          <ac:chgData name="saloni kumari" userId="7a281704ba269e41" providerId="LiveId" clId="{D83BE971-4063-4307-8A39-F126B3801DA0}" dt="2026-04-05T19:14:55.887" v="982" actId="20577"/>
          <ac:spMkLst>
            <pc:docMk/>
            <pc:sldMk cId="97058247" sldId="287"/>
            <ac:spMk id="3" creationId="{A8437DEE-4A47-0A88-DD30-F2189ED4C3B8}"/>
          </ac:spMkLst>
        </pc:spChg>
      </pc:sldChg>
      <pc:sldChg chg="addSp modSp new mod">
        <pc:chgData name="saloni kumari" userId="7a281704ba269e41" providerId="LiveId" clId="{D83BE971-4063-4307-8A39-F126B3801DA0}" dt="2026-04-05T19:19:04.858" v="1008" actId="1076"/>
        <pc:sldMkLst>
          <pc:docMk/>
          <pc:sldMk cId="762622208" sldId="288"/>
        </pc:sldMkLst>
        <pc:spChg chg="mod">
          <ac:chgData name="saloni kumari" userId="7a281704ba269e41" providerId="LiveId" clId="{D83BE971-4063-4307-8A39-F126B3801DA0}" dt="2026-04-05T19:16:37.755" v="997" actId="113"/>
          <ac:spMkLst>
            <pc:docMk/>
            <pc:sldMk cId="762622208" sldId="288"/>
            <ac:spMk id="2" creationId="{2BD34AFA-8A6F-C300-7315-045E27E3B447}"/>
          </ac:spMkLst>
        </pc:spChg>
        <pc:spChg chg="mod">
          <ac:chgData name="saloni kumari" userId="7a281704ba269e41" providerId="LiveId" clId="{D83BE971-4063-4307-8A39-F126B3801DA0}" dt="2026-04-05T19:16:44.593" v="998" actId="255"/>
          <ac:spMkLst>
            <pc:docMk/>
            <pc:sldMk cId="762622208" sldId="288"/>
            <ac:spMk id="3" creationId="{AA4BFCF9-9FA8-B778-9CD6-C5AE8195758F}"/>
          </ac:spMkLst>
        </pc:spChg>
        <pc:picChg chg="add mod">
          <ac:chgData name="saloni kumari" userId="7a281704ba269e41" providerId="LiveId" clId="{D83BE971-4063-4307-8A39-F126B3801DA0}" dt="2026-04-05T19:19:04.858" v="1008" actId="1076"/>
          <ac:picMkLst>
            <pc:docMk/>
            <pc:sldMk cId="762622208" sldId="288"/>
            <ac:picMk id="5" creationId="{9D535E7E-BCC8-D48F-3A74-CEE190AE2BE1}"/>
          </ac:picMkLst>
        </pc:picChg>
      </pc:sldChg>
      <pc:sldChg chg="addSp delSp modSp new del mod">
        <pc:chgData name="saloni kumari" userId="7a281704ba269e41" providerId="LiveId" clId="{D83BE971-4063-4307-8A39-F126B3801DA0}" dt="2026-04-06T06:51:20.599" v="1291" actId="2696"/>
        <pc:sldMkLst>
          <pc:docMk/>
          <pc:sldMk cId="1674036044" sldId="289"/>
        </pc:sldMkLst>
        <pc:spChg chg="del">
          <ac:chgData name="saloni kumari" userId="7a281704ba269e41" providerId="LiveId" clId="{D83BE971-4063-4307-8A39-F126B3801DA0}" dt="2026-04-06T06:37:31.186" v="1133" actId="3680"/>
          <ac:spMkLst>
            <pc:docMk/>
            <pc:sldMk cId="1674036044" sldId="289"/>
            <ac:spMk id="3" creationId="{02BE4033-03DC-D8BA-C740-4120BC213477}"/>
          </ac:spMkLst>
        </pc:spChg>
        <pc:spChg chg="add mod">
          <ac:chgData name="saloni kumari" userId="7a281704ba269e41" providerId="LiveId" clId="{D83BE971-4063-4307-8A39-F126B3801DA0}" dt="2026-04-06T06:38:35.485" v="1166" actId="1076"/>
          <ac:spMkLst>
            <pc:docMk/>
            <pc:sldMk cId="1674036044" sldId="289"/>
            <ac:spMk id="6" creationId="{7982988F-7547-6AD8-F083-A591CFBB8BC9}"/>
          </ac:spMkLst>
        </pc:spChg>
        <pc:graphicFrameChg chg="add mod ord modGraphic">
          <ac:chgData name="saloni kumari" userId="7a281704ba269e41" providerId="LiveId" clId="{D83BE971-4063-4307-8A39-F126B3801DA0}" dt="2026-04-06T06:38:37.523" v="1167" actId="14734"/>
          <ac:graphicFrameMkLst>
            <pc:docMk/>
            <pc:sldMk cId="1674036044" sldId="289"/>
            <ac:graphicFrameMk id="4" creationId="{C8500012-C181-78E7-9544-EBE73FBF2C72}"/>
          </ac:graphicFrameMkLst>
        </pc:graphicFrameChg>
      </pc:sldChg>
      <pc:sldChg chg="addSp delSp modSp new del mod">
        <pc:chgData name="saloni kumari" userId="7a281704ba269e41" providerId="LiveId" clId="{D83BE971-4063-4307-8A39-F126B3801DA0}" dt="2026-04-06T06:51:15.911" v="1290" actId="2696"/>
        <pc:sldMkLst>
          <pc:docMk/>
          <pc:sldMk cId="106287120" sldId="290"/>
        </pc:sldMkLst>
        <pc:spChg chg="del">
          <ac:chgData name="saloni kumari" userId="7a281704ba269e41" providerId="LiveId" clId="{D83BE971-4063-4307-8A39-F126B3801DA0}" dt="2026-04-06T06:39:00.569" v="1169" actId="3680"/>
          <ac:spMkLst>
            <pc:docMk/>
            <pc:sldMk cId="106287120" sldId="290"/>
            <ac:spMk id="3" creationId="{09FCBAAD-3764-776B-3F0D-DA4DE9022C3E}"/>
          </ac:spMkLst>
        </pc:spChg>
        <pc:graphicFrameChg chg="add mod ord modGraphic">
          <ac:chgData name="saloni kumari" userId="7a281704ba269e41" providerId="LiveId" clId="{D83BE971-4063-4307-8A39-F126B3801DA0}" dt="2026-04-06T06:39:00.569" v="1169" actId="3680"/>
          <ac:graphicFrameMkLst>
            <pc:docMk/>
            <pc:sldMk cId="106287120" sldId="290"/>
            <ac:graphicFrameMk id="4" creationId="{36ED856B-4D01-2DD0-01B7-5C65E8D4D25A}"/>
          </ac:graphicFrameMkLst>
        </pc:graphicFrameChg>
      </pc:sldChg>
      <pc:sldChg chg="new del">
        <pc:chgData name="saloni kumari" userId="7a281704ba269e41" providerId="LiveId" clId="{D83BE971-4063-4307-8A39-F126B3801DA0}" dt="2026-04-06T06:37:13.849" v="1132" actId="2696"/>
        <pc:sldMkLst>
          <pc:docMk/>
          <pc:sldMk cId="3707322603" sldId="290"/>
        </pc:sldMkLst>
      </pc:sldChg>
      <pc:sldChg chg="addSp delSp modSp new del mod ord">
        <pc:chgData name="saloni kumari" userId="7a281704ba269e41" providerId="LiveId" clId="{D83BE971-4063-4307-8A39-F126B3801DA0}" dt="2026-04-06T18:56:42.079" v="2145" actId="2696"/>
        <pc:sldMkLst>
          <pc:docMk/>
          <pc:sldMk cId="1232214990" sldId="291"/>
        </pc:sldMkLst>
        <pc:spChg chg="del">
          <ac:chgData name="saloni kumari" userId="7a281704ba269e41" providerId="LiveId" clId="{D83BE971-4063-4307-8A39-F126B3801DA0}" dt="2026-04-06T06:39:21.192" v="1171" actId="3680"/>
          <ac:spMkLst>
            <pc:docMk/>
            <pc:sldMk cId="1232214990" sldId="291"/>
            <ac:spMk id="3" creationId="{D6C0A9A1-171F-3D18-F06F-8A6EC530CA8E}"/>
          </ac:spMkLst>
        </pc:spChg>
        <pc:graphicFrameChg chg="add mod ord modGraphic">
          <ac:chgData name="saloni kumari" userId="7a281704ba269e41" providerId="LiveId" clId="{D83BE971-4063-4307-8A39-F126B3801DA0}" dt="2026-04-06T06:49:47.006" v="1282" actId="1076"/>
          <ac:graphicFrameMkLst>
            <pc:docMk/>
            <pc:sldMk cId="1232214990" sldId="291"/>
            <ac:graphicFrameMk id="4" creationId="{8285B2EE-5C9A-3F09-22F0-99522046BD7D}"/>
          </ac:graphicFrameMkLst>
        </pc:graphicFrameChg>
      </pc:sldChg>
      <pc:sldChg chg="addSp delSp modSp new mod">
        <pc:chgData name="saloni kumari" userId="7a281704ba269e41" providerId="LiveId" clId="{D83BE971-4063-4307-8A39-F126B3801DA0}" dt="2026-04-06T19:42:38.306" v="2254" actId="20577"/>
        <pc:sldMkLst>
          <pc:docMk/>
          <pc:sldMk cId="434067255" sldId="292"/>
        </pc:sldMkLst>
        <pc:spChg chg="mod">
          <ac:chgData name="saloni kumari" userId="7a281704ba269e41" providerId="LiveId" clId="{D83BE971-4063-4307-8A39-F126B3801DA0}" dt="2026-04-06T06:42:19.722" v="1189"/>
          <ac:spMkLst>
            <pc:docMk/>
            <pc:sldMk cId="434067255" sldId="292"/>
            <ac:spMk id="2" creationId="{CF0FA4EC-23E6-271C-2CE5-3A0B829AEC6D}"/>
          </ac:spMkLst>
        </pc:spChg>
        <pc:spChg chg="del">
          <ac:chgData name="saloni kumari" userId="7a281704ba269e41" providerId="LiveId" clId="{D83BE971-4063-4307-8A39-F126B3801DA0}" dt="2026-04-06T06:42:34.541" v="1190" actId="3680"/>
          <ac:spMkLst>
            <pc:docMk/>
            <pc:sldMk cId="434067255" sldId="292"/>
            <ac:spMk id="3" creationId="{944DB2EC-A22A-4883-215B-E0886F18BEB2}"/>
          </ac:spMkLst>
        </pc:spChg>
        <pc:spChg chg="add del mod">
          <ac:chgData name="saloni kumari" userId="7a281704ba269e41" providerId="LiveId" clId="{D83BE971-4063-4307-8A39-F126B3801DA0}" dt="2026-04-06T06:44:07.837" v="1202" actId="478"/>
          <ac:spMkLst>
            <pc:docMk/>
            <pc:sldMk cId="434067255" sldId="292"/>
            <ac:spMk id="6" creationId="{F6F048B4-A7BC-AA03-99CF-F8125E0895DF}"/>
          </ac:spMkLst>
        </pc:spChg>
        <pc:graphicFrameChg chg="add mod ord modGraphic">
          <ac:chgData name="saloni kumari" userId="7a281704ba269e41" providerId="LiveId" clId="{D83BE971-4063-4307-8A39-F126B3801DA0}" dt="2026-04-06T19:42:38.306" v="2254" actId="20577"/>
          <ac:graphicFrameMkLst>
            <pc:docMk/>
            <pc:sldMk cId="434067255" sldId="292"/>
            <ac:graphicFrameMk id="4" creationId="{BAAA6C91-5B77-F0B1-C219-A4FC1EEDED45}"/>
          </ac:graphicFrameMkLst>
        </pc:graphicFrameChg>
      </pc:sldChg>
      <pc:sldChg chg="addSp modSp new mod">
        <pc:chgData name="saloni kumari" userId="7a281704ba269e41" providerId="LiveId" clId="{D83BE971-4063-4307-8A39-F126B3801DA0}" dt="2026-04-06T19:45:50.468" v="2265" actId="20577"/>
        <pc:sldMkLst>
          <pc:docMk/>
          <pc:sldMk cId="2006335597" sldId="293"/>
        </pc:sldMkLst>
        <pc:graphicFrameChg chg="add mod modGraphic">
          <ac:chgData name="saloni kumari" userId="7a281704ba269e41" providerId="LiveId" clId="{D83BE971-4063-4307-8A39-F126B3801DA0}" dt="2026-04-06T19:45:50.468" v="2265" actId="20577"/>
          <ac:graphicFrameMkLst>
            <pc:docMk/>
            <pc:sldMk cId="2006335597" sldId="293"/>
            <ac:graphicFrameMk id="2" creationId="{B2661B2F-1C11-460C-B6EB-A5E9B3A96B93}"/>
          </ac:graphicFrameMkLst>
        </pc:graphicFrameChg>
      </pc:sldChg>
      <pc:sldChg chg="new del">
        <pc:chgData name="saloni kumari" userId="7a281704ba269e41" providerId="LiveId" clId="{D83BE971-4063-4307-8A39-F126B3801DA0}" dt="2026-04-06T07:48:40.192" v="1295" actId="2696"/>
        <pc:sldMkLst>
          <pc:docMk/>
          <pc:sldMk cId="574736903" sldId="294"/>
        </pc:sldMkLst>
      </pc:sldChg>
      <pc:sldChg chg="addSp delSp modSp new mod">
        <pc:chgData name="saloni kumari" userId="7a281704ba269e41" providerId="LiveId" clId="{D83BE971-4063-4307-8A39-F126B3801DA0}" dt="2026-04-06T19:51:48.182" v="2285" actId="12"/>
        <pc:sldMkLst>
          <pc:docMk/>
          <pc:sldMk cId="3280936996" sldId="294"/>
        </pc:sldMkLst>
        <pc:spChg chg="del mod">
          <ac:chgData name="saloni kumari" userId="7a281704ba269e41" providerId="LiveId" clId="{D83BE971-4063-4307-8A39-F126B3801DA0}" dt="2026-04-06T07:57:59.596" v="1425" actId="21"/>
          <ac:spMkLst>
            <pc:docMk/>
            <pc:sldMk cId="3280936996" sldId="294"/>
            <ac:spMk id="2" creationId="{A822CD12-2050-EEB7-87D8-E837695D8AE4}"/>
          </ac:spMkLst>
        </pc:spChg>
        <pc:spChg chg="mod">
          <ac:chgData name="saloni kumari" userId="7a281704ba269e41" providerId="LiveId" clId="{D83BE971-4063-4307-8A39-F126B3801DA0}" dt="2026-04-06T19:51:48.182" v="2285" actId="12"/>
          <ac:spMkLst>
            <pc:docMk/>
            <pc:sldMk cId="3280936996" sldId="294"/>
            <ac:spMk id="3" creationId="{E8C9E483-21D9-8E5F-8B68-68280C5BF99E}"/>
          </ac:spMkLst>
        </pc:spChg>
        <pc:picChg chg="add del mod">
          <ac:chgData name="saloni kumari" userId="7a281704ba269e41" providerId="LiveId" clId="{D83BE971-4063-4307-8A39-F126B3801DA0}" dt="2026-04-06T08:01:07.459" v="1457" actId="21"/>
          <ac:picMkLst>
            <pc:docMk/>
            <pc:sldMk cId="3280936996" sldId="294"/>
            <ac:picMk id="4" creationId="{764CFD25-9EBE-476E-B426-F8995318F358}"/>
          </ac:picMkLst>
        </pc:picChg>
        <pc:picChg chg="add del mod">
          <ac:chgData name="saloni kumari" userId="7a281704ba269e41" providerId="LiveId" clId="{D83BE971-4063-4307-8A39-F126B3801DA0}" dt="2026-04-06T08:01:01.835" v="1455" actId="21"/>
          <ac:picMkLst>
            <pc:docMk/>
            <pc:sldMk cId="3280936996" sldId="294"/>
            <ac:picMk id="5" creationId="{764CFD25-9EBE-476E-B426-F8995318F358}"/>
          </ac:picMkLst>
        </pc:picChg>
      </pc:sldChg>
      <pc:sldChg chg="addSp delSp modSp new mod">
        <pc:chgData name="saloni kumari" userId="7a281704ba269e41" providerId="LiveId" clId="{D83BE971-4063-4307-8A39-F126B3801DA0}" dt="2026-04-06T14:29:25.167" v="1538" actId="1076"/>
        <pc:sldMkLst>
          <pc:docMk/>
          <pc:sldMk cId="506776022" sldId="295"/>
        </pc:sldMkLst>
        <pc:spChg chg="del mod">
          <ac:chgData name="saloni kumari" userId="7a281704ba269e41" providerId="LiveId" clId="{D83BE971-4063-4307-8A39-F126B3801DA0}" dt="2026-04-06T14:24:20.739" v="1513" actId="21"/>
          <ac:spMkLst>
            <pc:docMk/>
            <pc:sldMk cId="506776022" sldId="295"/>
            <ac:spMk id="2" creationId="{F20A6D8B-2B02-6663-E452-3A8B2BB10CA1}"/>
          </ac:spMkLst>
        </pc:spChg>
        <pc:spChg chg="mod">
          <ac:chgData name="saloni kumari" userId="7a281704ba269e41" providerId="LiveId" clId="{D83BE971-4063-4307-8A39-F126B3801DA0}" dt="2026-04-06T14:27:45.170" v="1531" actId="255"/>
          <ac:spMkLst>
            <pc:docMk/>
            <pc:sldMk cId="506776022" sldId="295"/>
            <ac:spMk id="3" creationId="{1BE4CA91-DF71-7AEF-72BD-A6B4C29F328A}"/>
          </ac:spMkLst>
        </pc:spChg>
        <pc:picChg chg="add mod">
          <ac:chgData name="saloni kumari" userId="7a281704ba269e41" providerId="LiveId" clId="{D83BE971-4063-4307-8A39-F126B3801DA0}" dt="2026-04-06T14:29:25.167" v="1538" actId="1076"/>
          <ac:picMkLst>
            <pc:docMk/>
            <pc:sldMk cId="506776022" sldId="295"/>
            <ac:picMk id="5" creationId="{1FE0300A-D30A-064A-5B64-671C97169F96}"/>
          </ac:picMkLst>
        </pc:picChg>
      </pc:sldChg>
      <pc:sldChg chg="addSp modSp new del mod ord">
        <pc:chgData name="saloni kumari" userId="7a281704ba269e41" providerId="LiveId" clId="{D83BE971-4063-4307-8A39-F126B3801DA0}" dt="2026-04-06T08:01:59.358" v="1465" actId="2696"/>
        <pc:sldMkLst>
          <pc:docMk/>
          <pc:sldMk cId="2661865918" sldId="295"/>
        </pc:sldMkLst>
        <pc:spChg chg="add mod">
          <ac:chgData name="saloni kumari" userId="7a281704ba269e41" providerId="LiveId" clId="{D83BE971-4063-4307-8A39-F126B3801DA0}" dt="2026-04-06T07:56:53.817" v="1416" actId="255"/>
          <ac:spMkLst>
            <pc:docMk/>
            <pc:sldMk cId="2661865918" sldId="295"/>
            <ac:spMk id="3" creationId="{8C1DB71E-1737-BA78-9169-35841114DC8D}"/>
          </ac:spMkLst>
        </pc:spChg>
      </pc:sldChg>
      <pc:sldChg chg="delSp modSp new mod">
        <pc:chgData name="saloni kumari" userId="7a281704ba269e41" providerId="LiveId" clId="{D83BE971-4063-4307-8A39-F126B3801DA0}" dt="2026-04-06T19:53:03.809" v="2289" actId="20577"/>
        <pc:sldMkLst>
          <pc:docMk/>
          <pc:sldMk cId="3353803236" sldId="296"/>
        </pc:sldMkLst>
        <pc:spChg chg="del mod">
          <ac:chgData name="saloni kumari" userId="7a281704ba269e41" providerId="LiveId" clId="{D83BE971-4063-4307-8A39-F126B3801DA0}" dt="2026-04-06T14:26:55.824" v="1527" actId="21"/>
          <ac:spMkLst>
            <pc:docMk/>
            <pc:sldMk cId="3353803236" sldId="296"/>
            <ac:spMk id="2" creationId="{6ADC726F-EBD2-1CA1-FB88-BBDBD815AC14}"/>
          </ac:spMkLst>
        </pc:spChg>
        <pc:spChg chg="mod">
          <ac:chgData name="saloni kumari" userId="7a281704ba269e41" providerId="LiveId" clId="{D83BE971-4063-4307-8A39-F126B3801DA0}" dt="2026-04-06T19:53:03.809" v="2289" actId="20577"/>
          <ac:spMkLst>
            <pc:docMk/>
            <pc:sldMk cId="3353803236" sldId="296"/>
            <ac:spMk id="3" creationId="{64DE866B-093A-B47A-B9B8-2A5AF67F1177}"/>
          </ac:spMkLst>
        </pc:spChg>
      </pc:sldChg>
      <pc:sldChg chg="addSp delSp modSp new mod">
        <pc:chgData name="saloni kumari" userId="7a281704ba269e41" providerId="LiveId" clId="{D83BE971-4063-4307-8A39-F126B3801DA0}" dt="2026-04-06T19:53:26.660" v="2290" actId="12"/>
        <pc:sldMkLst>
          <pc:docMk/>
          <pc:sldMk cId="1483816787" sldId="297"/>
        </pc:sldMkLst>
        <pc:spChg chg="del">
          <ac:chgData name="saloni kumari" userId="7a281704ba269e41" providerId="LiveId" clId="{D83BE971-4063-4307-8A39-F126B3801DA0}" dt="2026-04-06T15:16:27.394" v="1597" actId="21"/>
          <ac:spMkLst>
            <pc:docMk/>
            <pc:sldMk cId="1483816787" sldId="297"/>
            <ac:spMk id="2" creationId="{68537C5F-4746-4681-59E1-A65158B2F8A1}"/>
          </ac:spMkLst>
        </pc:spChg>
        <pc:spChg chg="mod">
          <ac:chgData name="saloni kumari" userId="7a281704ba269e41" providerId="LiveId" clId="{D83BE971-4063-4307-8A39-F126B3801DA0}" dt="2026-04-06T19:53:26.660" v="2290" actId="12"/>
          <ac:spMkLst>
            <pc:docMk/>
            <pc:sldMk cId="1483816787" sldId="297"/>
            <ac:spMk id="3" creationId="{DF18AC1A-FF32-6B83-B142-A053768F17D0}"/>
          </ac:spMkLst>
        </pc:spChg>
        <pc:picChg chg="add mod">
          <ac:chgData name="saloni kumari" userId="7a281704ba269e41" providerId="LiveId" clId="{D83BE971-4063-4307-8A39-F126B3801DA0}" dt="2026-04-06T15:41:39.046" v="1697" actId="1076"/>
          <ac:picMkLst>
            <pc:docMk/>
            <pc:sldMk cId="1483816787" sldId="297"/>
            <ac:picMk id="5" creationId="{1988CA09-4825-5316-8C44-EB24A637564F}"/>
          </ac:picMkLst>
        </pc:picChg>
      </pc:sldChg>
      <pc:sldChg chg="delSp modSp new mod">
        <pc:chgData name="saloni kumari" userId="7a281704ba269e41" providerId="LiveId" clId="{D83BE971-4063-4307-8A39-F126B3801DA0}" dt="2026-04-06T19:55:56.171" v="2307" actId="20577"/>
        <pc:sldMkLst>
          <pc:docMk/>
          <pc:sldMk cId="777964322" sldId="298"/>
        </pc:sldMkLst>
        <pc:spChg chg="del">
          <ac:chgData name="saloni kumari" userId="7a281704ba269e41" providerId="LiveId" clId="{D83BE971-4063-4307-8A39-F126B3801DA0}" dt="2026-04-06T15:17:52.149" v="1611" actId="21"/>
          <ac:spMkLst>
            <pc:docMk/>
            <pc:sldMk cId="777964322" sldId="298"/>
            <ac:spMk id="2" creationId="{53597412-48A7-86F9-D5D5-343B01787A86}"/>
          </ac:spMkLst>
        </pc:spChg>
        <pc:spChg chg="mod">
          <ac:chgData name="saloni kumari" userId="7a281704ba269e41" providerId="LiveId" clId="{D83BE971-4063-4307-8A39-F126B3801DA0}" dt="2026-04-06T19:55:56.171" v="2307" actId="20577"/>
          <ac:spMkLst>
            <pc:docMk/>
            <pc:sldMk cId="777964322" sldId="298"/>
            <ac:spMk id="3" creationId="{5A367387-775E-059B-0E99-F3E57F3524BB}"/>
          </ac:spMkLst>
        </pc:spChg>
      </pc:sldChg>
      <pc:sldChg chg="modSp new mod">
        <pc:chgData name="saloni kumari" userId="7a281704ba269e41" providerId="LiveId" clId="{D83BE971-4063-4307-8A39-F126B3801DA0}" dt="2026-04-06T19:57:18.324" v="2318" actId="12"/>
        <pc:sldMkLst>
          <pc:docMk/>
          <pc:sldMk cId="2336077218" sldId="299"/>
        </pc:sldMkLst>
        <pc:spChg chg="mod">
          <ac:chgData name="saloni kumari" userId="7a281704ba269e41" providerId="LiveId" clId="{D83BE971-4063-4307-8A39-F126B3801DA0}" dt="2026-04-06T18:43:36.673" v="1873" actId="255"/>
          <ac:spMkLst>
            <pc:docMk/>
            <pc:sldMk cId="2336077218" sldId="299"/>
            <ac:spMk id="2" creationId="{B1C604E9-CEA5-F795-65B1-61EC861834D3}"/>
          </ac:spMkLst>
        </pc:spChg>
        <pc:spChg chg="mod">
          <ac:chgData name="saloni kumari" userId="7a281704ba269e41" providerId="LiveId" clId="{D83BE971-4063-4307-8A39-F126B3801DA0}" dt="2026-04-06T19:57:18.324" v="2318" actId="12"/>
          <ac:spMkLst>
            <pc:docMk/>
            <pc:sldMk cId="2336077218" sldId="299"/>
            <ac:spMk id="3" creationId="{3094F08F-AE84-E93D-9805-1048C9471A32}"/>
          </ac:spMkLst>
        </pc:spChg>
      </pc:sldChg>
      <pc:sldChg chg="modSp new del mod">
        <pc:chgData name="saloni kumari" userId="7a281704ba269e41" providerId="LiveId" clId="{D83BE971-4063-4307-8A39-F126B3801DA0}" dt="2026-04-06T19:03:20.584" v="2187" actId="2696"/>
        <pc:sldMkLst>
          <pc:docMk/>
          <pc:sldMk cId="2060212392" sldId="300"/>
        </pc:sldMkLst>
        <pc:spChg chg="mod">
          <ac:chgData name="saloni kumari" userId="7a281704ba269e41" providerId="LiveId" clId="{D83BE971-4063-4307-8A39-F126B3801DA0}" dt="2026-04-06T19:01:10.128" v="2178" actId="20577"/>
          <ac:spMkLst>
            <pc:docMk/>
            <pc:sldMk cId="2060212392" sldId="300"/>
            <ac:spMk id="2" creationId="{92847259-D4EC-31FE-1C81-D42AB8DC218F}"/>
          </ac:spMkLst>
        </pc:spChg>
      </pc:sldChg>
      <pc:sldChg chg="addSp delSp modSp new mod">
        <pc:chgData name="saloni kumari" userId="7a281704ba269e41" providerId="LiveId" clId="{D83BE971-4063-4307-8A39-F126B3801DA0}" dt="2026-04-06T19:21:40.955" v="2238" actId="14100"/>
        <pc:sldMkLst>
          <pc:docMk/>
          <pc:sldMk cId="3317177433" sldId="300"/>
        </pc:sldMkLst>
        <pc:spChg chg="del">
          <ac:chgData name="saloni kumari" userId="7a281704ba269e41" providerId="LiveId" clId="{D83BE971-4063-4307-8A39-F126B3801DA0}" dt="2026-04-06T19:13:07.720" v="2190" actId="21"/>
          <ac:spMkLst>
            <pc:docMk/>
            <pc:sldMk cId="3317177433" sldId="300"/>
            <ac:spMk id="2" creationId="{82D496D0-8118-D44B-38F9-5F43BACBEF4B}"/>
          </ac:spMkLst>
        </pc:spChg>
        <pc:spChg chg="mod">
          <ac:chgData name="saloni kumari" userId="7a281704ba269e41" providerId="LiveId" clId="{D83BE971-4063-4307-8A39-F126B3801DA0}" dt="2026-04-06T19:17:34.561" v="2218" actId="20577"/>
          <ac:spMkLst>
            <pc:docMk/>
            <pc:sldMk cId="3317177433" sldId="300"/>
            <ac:spMk id="3" creationId="{66F33F70-9647-1D5E-1358-589E9CAFEDCA}"/>
          </ac:spMkLst>
        </pc:spChg>
        <pc:spChg chg="add del mod">
          <ac:chgData name="saloni kumari" userId="7a281704ba269e41" providerId="LiveId" clId="{D83BE971-4063-4307-8A39-F126B3801DA0}" dt="2026-04-06T19:17:06.041" v="2212" actId="22"/>
          <ac:spMkLst>
            <pc:docMk/>
            <pc:sldMk cId="3317177433" sldId="300"/>
            <ac:spMk id="7" creationId="{375C2F8A-D239-23B4-B393-9C1BA74F5879}"/>
          </ac:spMkLst>
        </pc:spChg>
        <pc:picChg chg="add del mod">
          <ac:chgData name="saloni kumari" userId="7a281704ba269e41" providerId="LiveId" clId="{D83BE971-4063-4307-8A39-F126B3801DA0}" dt="2026-04-06T19:17:13.810" v="2215" actId="21"/>
          <ac:picMkLst>
            <pc:docMk/>
            <pc:sldMk cId="3317177433" sldId="300"/>
            <ac:picMk id="5" creationId="{F3D4EB6E-326E-8EE9-DC8F-3719E39E490C}"/>
          </ac:picMkLst>
        </pc:picChg>
        <pc:picChg chg="add mod">
          <ac:chgData name="saloni kumari" userId="7a281704ba269e41" providerId="LiveId" clId="{D83BE971-4063-4307-8A39-F126B3801DA0}" dt="2026-04-06T19:16:50.198" v="2207"/>
          <ac:picMkLst>
            <pc:docMk/>
            <pc:sldMk cId="3317177433" sldId="300"/>
            <ac:picMk id="8" creationId="{F3D4EB6E-326E-8EE9-DC8F-3719E39E490C}"/>
          </ac:picMkLst>
        </pc:picChg>
        <pc:picChg chg="add del mod">
          <ac:chgData name="saloni kumari" userId="7a281704ba269e41" providerId="LiveId" clId="{D83BE971-4063-4307-8A39-F126B3801DA0}" dt="2026-04-06T19:18:30.994" v="2222" actId="21"/>
          <ac:picMkLst>
            <pc:docMk/>
            <pc:sldMk cId="3317177433" sldId="300"/>
            <ac:picMk id="10" creationId="{B43698FE-DCBB-DA07-D34F-14FF6A8BFA19}"/>
          </ac:picMkLst>
        </pc:picChg>
        <pc:picChg chg="add del mod">
          <ac:chgData name="saloni kumari" userId="7a281704ba269e41" providerId="LiveId" clId="{D83BE971-4063-4307-8A39-F126B3801DA0}" dt="2026-04-06T19:21:06.530" v="2229" actId="21"/>
          <ac:picMkLst>
            <pc:docMk/>
            <pc:sldMk cId="3317177433" sldId="300"/>
            <ac:picMk id="12" creationId="{C7F52CE1-06BD-8A72-E03D-162EE88F8829}"/>
          </ac:picMkLst>
        </pc:picChg>
        <pc:picChg chg="add mod">
          <ac:chgData name="saloni kumari" userId="7a281704ba269e41" providerId="LiveId" clId="{D83BE971-4063-4307-8A39-F126B3801DA0}" dt="2026-04-06T19:21:40.955" v="2238" actId="14100"/>
          <ac:picMkLst>
            <pc:docMk/>
            <pc:sldMk cId="3317177433" sldId="300"/>
            <ac:picMk id="14" creationId="{4CCFB5D3-01FD-5C0B-3A62-39C251A2DB61}"/>
          </ac:picMkLst>
        </pc:picChg>
      </pc:sldChg>
      <pc:sldChg chg="new del">
        <pc:chgData name="saloni kumari" userId="7a281704ba269e41" providerId="LiveId" clId="{D83BE971-4063-4307-8A39-F126B3801DA0}" dt="2026-04-06T19:02:28.056" v="2182" actId="2696"/>
        <pc:sldMkLst>
          <pc:docMk/>
          <pc:sldMk cId="2202199676" sldId="301"/>
        </pc:sldMkLst>
      </pc:sldChg>
      <pc:sldChg chg="new del">
        <pc:chgData name="saloni kumari" userId="7a281704ba269e41" providerId="LiveId" clId="{D83BE971-4063-4307-8A39-F126B3801DA0}" dt="2026-04-06T18:59:54.411" v="2152" actId="2696"/>
        <pc:sldMkLst>
          <pc:docMk/>
          <pc:sldMk cId="2402216809" sldId="301"/>
        </pc:sldMkLst>
      </pc:sldChg>
      <pc:sldChg chg="new del">
        <pc:chgData name="saloni kumari" userId="7a281704ba269e41" providerId="LiveId" clId="{D83BE971-4063-4307-8A39-F126B3801DA0}" dt="2026-04-06T19:02:31.031" v="2183" actId="2696"/>
        <pc:sldMkLst>
          <pc:docMk/>
          <pc:sldMk cId="1764838476" sldId="302"/>
        </pc:sldMkLst>
      </pc:sldChg>
      <pc:sldChg chg="new del">
        <pc:chgData name="saloni kumari" userId="7a281704ba269e41" providerId="LiveId" clId="{D83BE971-4063-4307-8A39-F126B3801DA0}" dt="2026-04-06T19:02:34.084" v="2184" actId="2696"/>
        <pc:sldMkLst>
          <pc:docMk/>
          <pc:sldMk cId="3133437017" sldId="303"/>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C8C9D7-AC73-44C5-77ED-167967DCC6B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8FCEDBF-F393-7B87-6B86-29A848F104F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5ED1422-C1E1-D455-C22E-F8188979CC85}"/>
              </a:ext>
            </a:extLst>
          </p:cNvPr>
          <p:cNvSpPr>
            <a:spLocks noGrp="1"/>
          </p:cNvSpPr>
          <p:nvPr>
            <p:ph type="dt" sz="half" idx="10"/>
          </p:nvPr>
        </p:nvSpPr>
        <p:spPr/>
        <p:txBody>
          <a:bodyPr/>
          <a:lstStyle/>
          <a:p>
            <a:fld id="{2C2DB626-3CC9-4ACB-AD6B-27226A4F4B55}" type="datetimeFigureOut">
              <a:rPr lang="en-IN" smtClean="0"/>
              <a:t>07-04-2026</a:t>
            </a:fld>
            <a:endParaRPr lang="en-IN"/>
          </a:p>
        </p:txBody>
      </p:sp>
      <p:sp>
        <p:nvSpPr>
          <p:cNvPr id="5" name="Footer Placeholder 4">
            <a:extLst>
              <a:ext uri="{FF2B5EF4-FFF2-40B4-BE49-F238E27FC236}">
                <a16:creationId xmlns:a16="http://schemas.microsoft.com/office/drawing/2014/main" id="{D7F89F28-9A55-232D-7C56-6F8AB9E5B3E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9735014-2EE8-D564-784D-9D00955D0A49}"/>
              </a:ext>
            </a:extLst>
          </p:cNvPr>
          <p:cNvSpPr>
            <a:spLocks noGrp="1"/>
          </p:cNvSpPr>
          <p:nvPr>
            <p:ph type="sldNum" sz="quarter" idx="12"/>
          </p:nvPr>
        </p:nvSpPr>
        <p:spPr/>
        <p:txBody>
          <a:bodyPr/>
          <a:lstStyle/>
          <a:p>
            <a:fld id="{EA978DC1-6475-43A3-A54B-D51ACC95721A}" type="slidenum">
              <a:rPr lang="en-IN" smtClean="0"/>
              <a:t>‹#›</a:t>
            </a:fld>
            <a:endParaRPr lang="en-IN"/>
          </a:p>
        </p:txBody>
      </p:sp>
    </p:spTree>
    <p:extLst>
      <p:ext uri="{BB962C8B-B14F-4D97-AF65-F5344CB8AC3E}">
        <p14:creationId xmlns:p14="http://schemas.microsoft.com/office/powerpoint/2010/main" val="7641555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5B2C40-E8D4-A70C-432F-EFA0F67334F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B1D3BDE-DFD4-9813-31B2-B6173E39DF4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E9F4534-E903-64EA-9E9D-A68F428525E2}"/>
              </a:ext>
            </a:extLst>
          </p:cNvPr>
          <p:cNvSpPr>
            <a:spLocks noGrp="1"/>
          </p:cNvSpPr>
          <p:nvPr>
            <p:ph type="dt" sz="half" idx="10"/>
          </p:nvPr>
        </p:nvSpPr>
        <p:spPr/>
        <p:txBody>
          <a:bodyPr/>
          <a:lstStyle/>
          <a:p>
            <a:fld id="{2C2DB626-3CC9-4ACB-AD6B-27226A4F4B55}" type="datetimeFigureOut">
              <a:rPr lang="en-IN" smtClean="0"/>
              <a:t>07-04-2026</a:t>
            </a:fld>
            <a:endParaRPr lang="en-IN"/>
          </a:p>
        </p:txBody>
      </p:sp>
      <p:sp>
        <p:nvSpPr>
          <p:cNvPr id="5" name="Footer Placeholder 4">
            <a:extLst>
              <a:ext uri="{FF2B5EF4-FFF2-40B4-BE49-F238E27FC236}">
                <a16:creationId xmlns:a16="http://schemas.microsoft.com/office/drawing/2014/main" id="{7D6EC083-C725-8D88-CBB8-532408771E9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FB3AA09-0464-DF93-613C-B45FC25C3DF4}"/>
              </a:ext>
            </a:extLst>
          </p:cNvPr>
          <p:cNvSpPr>
            <a:spLocks noGrp="1"/>
          </p:cNvSpPr>
          <p:nvPr>
            <p:ph type="sldNum" sz="quarter" idx="12"/>
          </p:nvPr>
        </p:nvSpPr>
        <p:spPr/>
        <p:txBody>
          <a:bodyPr/>
          <a:lstStyle/>
          <a:p>
            <a:fld id="{EA978DC1-6475-43A3-A54B-D51ACC95721A}" type="slidenum">
              <a:rPr lang="en-IN" smtClean="0"/>
              <a:t>‹#›</a:t>
            </a:fld>
            <a:endParaRPr lang="en-IN"/>
          </a:p>
        </p:txBody>
      </p:sp>
    </p:spTree>
    <p:extLst>
      <p:ext uri="{BB962C8B-B14F-4D97-AF65-F5344CB8AC3E}">
        <p14:creationId xmlns:p14="http://schemas.microsoft.com/office/powerpoint/2010/main" val="3529265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2BA931-501C-A973-80AF-65DBA5EEEC8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86A42D2-5A1B-5B5F-6A58-DE7ABAC93DD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38FF52D-7768-96FF-ADF6-FCA44F632B28}"/>
              </a:ext>
            </a:extLst>
          </p:cNvPr>
          <p:cNvSpPr>
            <a:spLocks noGrp="1"/>
          </p:cNvSpPr>
          <p:nvPr>
            <p:ph type="dt" sz="half" idx="10"/>
          </p:nvPr>
        </p:nvSpPr>
        <p:spPr/>
        <p:txBody>
          <a:bodyPr/>
          <a:lstStyle/>
          <a:p>
            <a:fld id="{2C2DB626-3CC9-4ACB-AD6B-27226A4F4B55}" type="datetimeFigureOut">
              <a:rPr lang="en-IN" smtClean="0"/>
              <a:t>07-04-2026</a:t>
            </a:fld>
            <a:endParaRPr lang="en-IN"/>
          </a:p>
        </p:txBody>
      </p:sp>
      <p:sp>
        <p:nvSpPr>
          <p:cNvPr id="5" name="Footer Placeholder 4">
            <a:extLst>
              <a:ext uri="{FF2B5EF4-FFF2-40B4-BE49-F238E27FC236}">
                <a16:creationId xmlns:a16="http://schemas.microsoft.com/office/drawing/2014/main" id="{8FE73868-07E0-6130-27BB-96D3CA594D1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59DECAF-CE2A-02E1-53B5-0E88F87BF2C2}"/>
              </a:ext>
            </a:extLst>
          </p:cNvPr>
          <p:cNvSpPr>
            <a:spLocks noGrp="1"/>
          </p:cNvSpPr>
          <p:nvPr>
            <p:ph type="sldNum" sz="quarter" idx="12"/>
          </p:nvPr>
        </p:nvSpPr>
        <p:spPr/>
        <p:txBody>
          <a:bodyPr/>
          <a:lstStyle/>
          <a:p>
            <a:fld id="{EA978DC1-6475-43A3-A54B-D51ACC95721A}" type="slidenum">
              <a:rPr lang="en-IN" smtClean="0"/>
              <a:t>‹#›</a:t>
            </a:fld>
            <a:endParaRPr lang="en-IN"/>
          </a:p>
        </p:txBody>
      </p:sp>
    </p:spTree>
    <p:extLst>
      <p:ext uri="{BB962C8B-B14F-4D97-AF65-F5344CB8AC3E}">
        <p14:creationId xmlns:p14="http://schemas.microsoft.com/office/powerpoint/2010/main" val="12979922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E7DAEA-A5B5-C87E-B532-F28B87EB0C6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3748095-41E6-8DD1-9B63-9A34B560FBE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493124B-3093-5B1D-46ED-5CD58B3DF78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731A5E0-239D-E05A-3D87-254C3F2E072F}"/>
              </a:ext>
            </a:extLst>
          </p:cNvPr>
          <p:cNvSpPr>
            <a:spLocks noGrp="1"/>
          </p:cNvSpPr>
          <p:nvPr>
            <p:ph type="dt" sz="half" idx="10"/>
          </p:nvPr>
        </p:nvSpPr>
        <p:spPr/>
        <p:txBody>
          <a:bodyPr/>
          <a:lstStyle/>
          <a:p>
            <a:fld id="{2C2DB626-3CC9-4ACB-AD6B-27226A4F4B55}" type="datetimeFigureOut">
              <a:rPr lang="en-IN" smtClean="0"/>
              <a:t>07-04-2026</a:t>
            </a:fld>
            <a:endParaRPr lang="en-IN"/>
          </a:p>
        </p:txBody>
      </p:sp>
      <p:sp>
        <p:nvSpPr>
          <p:cNvPr id="6" name="Footer Placeholder 5">
            <a:extLst>
              <a:ext uri="{FF2B5EF4-FFF2-40B4-BE49-F238E27FC236}">
                <a16:creationId xmlns:a16="http://schemas.microsoft.com/office/drawing/2014/main" id="{F0FF736F-0773-62DC-4C88-4C05135EAB2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A496E18-C7E5-5E48-4CA0-3A2C325D852A}"/>
              </a:ext>
            </a:extLst>
          </p:cNvPr>
          <p:cNvSpPr>
            <a:spLocks noGrp="1"/>
          </p:cNvSpPr>
          <p:nvPr>
            <p:ph type="sldNum" sz="quarter" idx="12"/>
          </p:nvPr>
        </p:nvSpPr>
        <p:spPr/>
        <p:txBody>
          <a:bodyPr/>
          <a:lstStyle/>
          <a:p>
            <a:fld id="{EA978DC1-6475-43A3-A54B-D51ACC95721A}" type="slidenum">
              <a:rPr lang="en-IN" smtClean="0"/>
              <a:t>‹#›</a:t>
            </a:fld>
            <a:endParaRPr lang="en-IN"/>
          </a:p>
        </p:txBody>
      </p:sp>
    </p:spTree>
    <p:extLst>
      <p:ext uri="{BB962C8B-B14F-4D97-AF65-F5344CB8AC3E}">
        <p14:creationId xmlns:p14="http://schemas.microsoft.com/office/powerpoint/2010/main" val="25812416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945A51-1480-C661-238F-EC292D9E245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38E1BE7-4420-B9DC-19BA-88F2F6BBEFD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D72C4BD-E144-8BD0-5C28-8BB8438DD71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C7E4558-313C-8C14-2B33-B44958A7688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77CBAE8-B69E-2881-8921-1F1D3EC53E6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2CC5C22-1691-2D93-2E47-C2D17117B1D4}"/>
              </a:ext>
            </a:extLst>
          </p:cNvPr>
          <p:cNvSpPr>
            <a:spLocks noGrp="1"/>
          </p:cNvSpPr>
          <p:nvPr>
            <p:ph type="dt" sz="half" idx="10"/>
          </p:nvPr>
        </p:nvSpPr>
        <p:spPr/>
        <p:txBody>
          <a:bodyPr/>
          <a:lstStyle/>
          <a:p>
            <a:fld id="{2C2DB626-3CC9-4ACB-AD6B-27226A4F4B55}" type="datetimeFigureOut">
              <a:rPr lang="en-IN" smtClean="0"/>
              <a:t>07-04-2026</a:t>
            </a:fld>
            <a:endParaRPr lang="en-IN"/>
          </a:p>
        </p:txBody>
      </p:sp>
      <p:sp>
        <p:nvSpPr>
          <p:cNvPr id="8" name="Footer Placeholder 7">
            <a:extLst>
              <a:ext uri="{FF2B5EF4-FFF2-40B4-BE49-F238E27FC236}">
                <a16:creationId xmlns:a16="http://schemas.microsoft.com/office/drawing/2014/main" id="{B431B18C-C3B7-CD83-2B12-FA5A71AA8DA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4790D71-ECFB-BB5F-08C3-1DDC78E3667B}"/>
              </a:ext>
            </a:extLst>
          </p:cNvPr>
          <p:cNvSpPr>
            <a:spLocks noGrp="1"/>
          </p:cNvSpPr>
          <p:nvPr>
            <p:ph type="sldNum" sz="quarter" idx="12"/>
          </p:nvPr>
        </p:nvSpPr>
        <p:spPr/>
        <p:txBody>
          <a:bodyPr/>
          <a:lstStyle/>
          <a:p>
            <a:fld id="{EA978DC1-6475-43A3-A54B-D51ACC95721A}" type="slidenum">
              <a:rPr lang="en-IN" smtClean="0"/>
              <a:t>‹#›</a:t>
            </a:fld>
            <a:endParaRPr lang="en-IN"/>
          </a:p>
        </p:txBody>
      </p:sp>
    </p:spTree>
    <p:extLst>
      <p:ext uri="{BB962C8B-B14F-4D97-AF65-F5344CB8AC3E}">
        <p14:creationId xmlns:p14="http://schemas.microsoft.com/office/powerpoint/2010/main" val="7165857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F29843-B8FE-F7AB-D359-48816404F4F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AF6C0D2-161A-9C5D-EC11-48A8179268D1}"/>
              </a:ext>
            </a:extLst>
          </p:cNvPr>
          <p:cNvSpPr>
            <a:spLocks noGrp="1"/>
          </p:cNvSpPr>
          <p:nvPr>
            <p:ph type="dt" sz="half" idx="10"/>
          </p:nvPr>
        </p:nvSpPr>
        <p:spPr/>
        <p:txBody>
          <a:bodyPr/>
          <a:lstStyle/>
          <a:p>
            <a:fld id="{2C2DB626-3CC9-4ACB-AD6B-27226A4F4B55}" type="datetimeFigureOut">
              <a:rPr lang="en-IN" smtClean="0"/>
              <a:t>07-04-2026</a:t>
            </a:fld>
            <a:endParaRPr lang="en-IN"/>
          </a:p>
        </p:txBody>
      </p:sp>
      <p:sp>
        <p:nvSpPr>
          <p:cNvPr id="4" name="Footer Placeholder 3">
            <a:extLst>
              <a:ext uri="{FF2B5EF4-FFF2-40B4-BE49-F238E27FC236}">
                <a16:creationId xmlns:a16="http://schemas.microsoft.com/office/drawing/2014/main" id="{0D7BC2F3-2B3F-A8A5-CB33-B083B9D7C59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0618AE1B-6E0A-4512-E51B-ED09ECFBEE50}"/>
              </a:ext>
            </a:extLst>
          </p:cNvPr>
          <p:cNvSpPr>
            <a:spLocks noGrp="1"/>
          </p:cNvSpPr>
          <p:nvPr>
            <p:ph type="sldNum" sz="quarter" idx="12"/>
          </p:nvPr>
        </p:nvSpPr>
        <p:spPr/>
        <p:txBody>
          <a:bodyPr/>
          <a:lstStyle/>
          <a:p>
            <a:fld id="{EA978DC1-6475-43A3-A54B-D51ACC95721A}" type="slidenum">
              <a:rPr lang="en-IN" smtClean="0"/>
              <a:t>‹#›</a:t>
            </a:fld>
            <a:endParaRPr lang="en-IN"/>
          </a:p>
        </p:txBody>
      </p:sp>
    </p:spTree>
    <p:extLst>
      <p:ext uri="{BB962C8B-B14F-4D97-AF65-F5344CB8AC3E}">
        <p14:creationId xmlns:p14="http://schemas.microsoft.com/office/powerpoint/2010/main" val="20150467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75A2FFD-E946-2C1C-D9E3-9EE173D0EA63}"/>
              </a:ext>
            </a:extLst>
          </p:cNvPr>
          <p:cNvSpPr>
            <a:spLocks noGrp="1"/>
          </p:cNvSpPr>
          <p:nvPr>
            <p:ph type="dt" sz="half" idx="10"/>
          </p:nvPr>
        </p:nvSpPr>
        <p:spPr/>
        <p:txBody>
          <a:bodyPr/>
          <a:lstStyle/>
          <a:p>
            <a:fld id="{2C2DB626-3CC9-4ACB-AD6B-27226A4F4B55}" type="datetimeFigureOut">
              <a:rPr lang="en-IN" smtClean="0"/>
              <a:t>07-04-2026</a:t>
            </a:fld>
            <a:endParaRPr lang="en-IN"/>
          </a:p>
        </p:txBody>
      </p:sp>
      <p:sp>
        <p:nvSpPr>
          <p:cNvPr id="3" name="Footer Placeholder 2">
            <a:extLst>
              <a:ext uri="{FF2B5EF4-FFF2-40B4-BE49-F238E27FC236}">
                <a16:creationId xmlns:a16="http://schemas.microsoft.com/office/drawing/2014/main" id="{4ED06674-D72E-500A-CECA-C6F60AF974D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74CE786-EFBC-EEAC-C821-4A14108DB9A7}"/>
              </a:ext>
            </a:extLst>
          </p:cNvPr>
          <p:cNvSpPr>
            <a:spLocks noGrp="1"/>
          </p:cNvSpPr>
          <p:nvPr>
            <p:ph type="sldNum" sz="quarter" idx="12"/>
          </p:nvPr>
        </p:nvSpPr>
        <p:spPr/>
        <p:txBody>
          <a:bodyPr/>
          <a:lstStyle/>
          <a:p>
            <a:fld id="{EA978DC1-6475-43A3-A54B-D51ACC95721A}" type="slidenum">
              <a:rPr lang="en-IN" smtClean="0"/>
              <a:t>‹#›</a:t>
            </a:fld>
            <a:endParaRPr lang="en-IN"/>
          </a:p>
        </p:txBody>
      </p:sp>
    </p:spTree>
    <p:extLst>
      <p:ext uri="{BB962C8B-B14F-4D97-AF65-F5344CB8AC3E}">
        <p14:creationId xmlns:p14="http://schemas.microsoft.com/office/powerpoint/2010/main" val="9686813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EC7E82-2265-994F-D561-87D0218AA3A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980C5A5-702D-1114-C055-B612ADB8BC2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5F3B0BF-B387-1599-87A2-0F67DBD67ED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F9F51B7-5363-2244-7518-620A1314F142}"/>
              </a:ext>
            </a:extLst>
          </p:cNvPr>
          <p:cNvSpPr>
            <a:spLocks noGrp="1"/>
          </p:cNvSpPr>
          <p:nvPr>
            <p:ph type="dt" sz="half" idx="10"/>
          </p:nvPr>
        </p:nvSpPr>
        <p:spPr/>
        <p:txBody>
          <a:bodyPr/>
          <a:lstStyle/>
          <a:p>
            <a:fld id="{2C2DB626-3CC9-4ACB-AD6B-27226A4F4B55}" type="datetimeFigureOut">
              <a:rPr lang="en-IN" smtClean="0"/>
              <a:t>07-04-2026</a:t>
            </a:fld>
            <a:endParaRPr lang="en-IN"/>
          </a:p>
        </p:txBody>
      </p:sp>
      <p:sp>
        <p:nvSpPr>
          <p:cNvPr id="6" name="Footer Placeholder 5">
            <a:extLst>
              <a:ext uri="{FF2B5EF4-FFF2-40B4-BE49-F238E27FC236}">
                <a16:creationId xmlns:a16="http://schemas.microsoft.com/office/drawing/2014/main" id="{5950F88E-EAC5-9D4B-6722-E6FEAF2A353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2602069-3DCB-1D51-FFD9-AAC1A200BD20}"/>
              </a:ext>
            </a:extLst>
          </p:cNvPr>
          <p:cNvSpPr>
            <a:spLocks noGrp="1"/>
          </p:cNvSpPr>
          <p:nvPr>
            <p:ph type="sldNum" sz="quarter" idx="12"/>
          </p:nvPr>
        </p:nvSpPr>
        <p:spPr/>
        <p:txBody>
          <a:bodyPr/>
          <a:lstStyle/>
          <a:p>
            <a:fld id="{EA978DC1-6475-43A3-A54B-D51ACC95721A}" type="slidenum">
              <a:rPr lang="en-IN" smtClean="0"/>
              <a:t>‹#›</a:t>
            </a:fld>
            <a:endParaRPr lang="en-IN"/>
          </a:p>
        </p:txBody>
      </p:sp>
    </p:spTree>
    <p:extLst>
      <p:ext uri="{BB962C8B-B14F-4D97-AF65-F5344CB8AC3E}">
        <p14:creationId xmlns:p14="http://schemas.microsoft.com/office/powerpoint/2010/main" val="24546938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0E4804-9642-774A-03AA-39537328BF7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06431B8-5FF1-483A-93D2-CFD87AFD305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DE2C2F0-C429-4E56-8AFD-00E92F1827E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C8C9919-97AC-B578-FC45-84357A75A88A}"/>
              </a:ext>
            </a:extLst>
          </p:cNvPr>
          <p:cNvSpPr>
            <a:spLocks noGrp="1"/>
          </p:cNvSpPr>
          <p:nvPr>
            <p:ph type="dt" sz="half" idx="10"/>
          </p:nvPr>
        </p:nvSpPr>
        <p:spPr/>
        <p:txBody>
          <a:bodyPr/>
          <a:lstStyle/>
          <a:p>
            <a:fld id="{2C2DB626-3CC9-4ACB-AD6B-27226A4F4B55}" type="datetimeFigureOut">
              <a:rPr lang="en-IN" smtClean="0"/>
              <a:t>07-04-2026</a:t>
            </a:fld>
            <a:endParaRPr lang="en-IN"/>
          </a:p>
        </p:txBody>
      </p:sp>
      <p:sp>
        <p:nvSpPr>
          <p:cNvPr id="6" name="Footer Placeholder 5">
            <a:extLst>
              <a:ext uri="{FF2B5EF4-FFF2-40B4-BE49-F238E27FC236}">
                <a16:creationId xmlns:a16="http://schemas.microsoft.com/office/drawing/2014/main" id="{4178ABB1-2989-3029-7B85-B4AA0B6634E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754B76B-73FC-A6E1-95D0-F01B82F958F0}"/>
              </a:ext>
            </a:extLst>
          </p:cNvPr>
          <p:cNvSpPr>
            <a:spLocks noGrp="1"/>
          </p:cNvSpPr>
          <p:nvPr>
            <p:ph type="sldNum" sz="quarter" idx="12"/>
          </p:nvPr>
        </p:nvSpPr>
        <p:spPr/>
        <p:txBody>
          <a:bodyPr/>
          <a:lstStyle/>
          <a:p>
            <a:fld id="{EA978DC1-6475-43A3-A54B-D51ACC95721A}" type="slidenum">
              <a:rPr lang="en-IN" smtClean="0"/>
              <a:t>‹#›</a:t>
            </a:fld>
            <a:endParaRPr lang="en-IN"/>
          </a:p>
        </p:txBody>
      </p:sp>
    </p:spTree>
    <p:extLst>
      <p:ext uri="{BB962C8B-B14F-4D97-AF65-F5344CB8AC3E}">
        <p14:creationId xmlns:p14="http://schemas.microsoft.com/office/powerpoint/2010/main" val="41083139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5F234F-D3CE-B981-522A-1DE74722521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4CEBD56-90DB-FFAF-2B78-635CA29939A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2D0C822-0F5D-0A38-70E5-8380FFB1BACB}"/>
              </a:ext>
            </a:extLst>
          </p:cNvPr>
          <p:cNvSpPr>
            <a:spLocks noGrp="1"/>
          </p:cNvSpPr>
          <p:nvPr>
            <p:ph type="dt" sz="half" idx="10"/>
          </p:nvPr>
        </p:nvSpPr>
        <p:spPr/>
        <p:txBody>
          <a:bodyPr/>
          <a:lstStyle/>
          <a:p>
            <a:fld id="{2C2DB626-3CC9-4ACB-AD6B-27226A4F4B55}" type="datetimeFigureOut">
              <a:rPr lang="en-IN" smtClean="0"/>
              <a:t>07-04-2026</a:t>
            </a:fld>
            <a:endParaRPr lang="en-IN"/>
          </a:p>
        </p:txBody>
      </p:sp>
      <p:sp>
        <p:nvSpPr>
          <p:cNvPr id="5" name="Footer Placeholder 4">
            <a:extLst>
              <a:ext uri="{FF2B5EF4-FFF2-40B4-BE49-F238E27FC236}">
                <a16:creationId xmlns:a16="http://schemas.microsoft.com/office/drawing/2014/main" id="{0EA019E2-A988-0FE8-B779-F0776B468F3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7CCBCF3-BCFE-9DB5-3C15-4F37DC894A38}"/>
              </a:ext>
            </a:extLst>
          </p:cNvPr>
          <p:cNvSpPr>
            <a:spLocks noGrp="1"/>
          </p:cNvSpPr>
          <p:nvPr>
            <p:ph type="sldNum" sz="quarter" idx="12"/>
          </p:nvPr>
        </p:nvSpPr>
        <p:spPr/>
        <p:txBody>
          <a:bodyPr/>
          <a:lstStyle/>
          <a:p>
            <a:fld id="{EA978DC1-6475-43A3-A54B-D51ACC95721A}" type="slidenum">
              <a:rPr lang="en-IN" smtClean="0"/>
              <a:t>‹#›</a:t>
            </a:fld>
            <a:endParaRPr lang="en-IN"/>
          </a:p>
        </p:txBody>
      </p:sp>
    </p:spTree>
    <p:extLst>
      <p:ext uri="{BB962C8B-B14F-4D97-AF65-F5344CB8AC3E}">
        <p14:creationId xmlns:p14="http://schemas.microsoft.com/office/powerpoint/2010/main" val="36444195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81FFA7D-406E-E3E4-F773-D123F97C1DD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4E61CF5-F5D9-B365-2D5B-FEEF172CED0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34991AD-42C9-06F7-25AF-06349CC8A06E}"/>
              </a:ext>
            </a:extLst>
          </p:cNvPr>
          <p:cNvSpPr>
            <a:spLocks noGrp="1"/>
          </p:cNvSpPr>
          <p:nvPr>
            <p:ph type="dt" sz="half" idx="10"/>
          </p:nvPr>
        </p:nvSpPr>
        <p:spPr/>
        <p:txBody>
          <a:bodyPr/>
          <a:lstStyle/>
          <a:p>
            <a:fld id="{2C2DB626-3CC9-4ACB-AD6B-27226A4F4B55}" type="datetimeFigureOut">
              <a:rPr lang="en-IN" smtClean="0"/>
              <a:t>07-04-2026</a:t>
            </a:fld>
            <a:endParaRPr lang="en-IN"/>
          </a:p>
        </p:txBody>
      </p:sp>
      <p:sp>
        <p:nvSpPr>
          <p:cNvPr id="5" name="Footer Placeholder 4">
            <a:extLst>
              <a:ext uri="{FF2B5EF4-FFF2-40B4-BE49-F238E27FC236}">
                <a16:creationId xmlns:a16="http://schemas.microsoft.com/office/drawing/2014/main" id="{F373F205-F9D5-4487-F553-1B543A6EE3E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8BE2428-42FC-E163-1DA6-1CE5483D13A7}"/>
              </a:ext>
            </a:extLst>
          </p:cNvPr>
          <p:cNvSpPr>
            <a:spLocks noGrp="1"/>
          </p:cNvSpPr>
          <p:nvPr>
            <p:ph type="sldNum" sz="quarter" idx="12"/>
          </p:nvPr>
        </p:nvSpPr>
        <p:spPr/>
        <p:txBody>
          <a:bodyPr/>
          <a:lstStyle/>
          <a:p>
            <a:fld id="{EA978DC1-6475-43A3-A54B-D51ACC95721A}" type="slidenum">
              <a:rPr lang="en-IN" smtClean="0"/>
              <a:t>‹#›</a:t>
            </a:fld>
            <a:endParaRPr lang="en-IN"/>
          </a:p>
        </p:txBody>
      </p:sp>
    </p:spTree>
    <p:extLst>
      <p:ext uri="{BB962C8B-B14F-4D97-AF65-F5344CB8AC3E}">
        <p14:creationId xmlns:p14="http://schemas.microsoft.com/office/powerpoint/2010/main" val="29090117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24DEBAD-20F0-62B0-02A6-945196C6D5F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6AABBAF-7DE7-02C1-80E1-93E0E96599D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F9CD372-5D81-C149-9BB4-1F6E6AC60A0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C2DB626-3CC9-4ACB-AD6B-27226A4F4B55}" type="datetimeFigureOut">
              <a:rPr lang="en-IN" smtClean="0"/>
              <a:t>07-04-2026</a:t>
            </a:fld>
            <a:endParaRPr lang="en-IN"/>
          </a:p>
        </p:txBody>
      </p:sp>
      <p:sp>
        <p:nvSpPr>
          <p:cNvPr id="5" name="Footer Placeholder 4">
            <a:extLst>
              <a:ext uri="{FF2B5EF4-FFF2-40B4-BE49-F238E27FC236}">
                <a16:creationId xmlns:a16="http://schemas.microsoft.com/office/drawing/2014/main" id="{2871373A-47FF-327D-4B1C-9410667F471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20676565-4BAA-E3AD-081F-FF7BB47FD43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A978DC1-6475-43A3-A54B-D51ACC95721A}" type="slidenum">
              <a:rPr lang="en-IN" smtClean="0"/>
              <a:t>‹#›</a:t>
            </a:fld>
            <a:endParaRPr lang="en-IN"/>
          </a:p>
        </p:txBody>
      </p:sp>
    </p:spTree>
    <p:extLst>
      <p:ext uri="{BB962C8B-B14F-4D97-AF65-F5344CB8AC3E}">
        <p14:creationId xmlns:p14="http://schemas.microsoft.com/office/powerpoint/2010/main" val="371646077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E5F862-3190-3452-2513-071402D66CD6}"/>
              </a:ext>
            </a:extLst>
          </p:cNvPr>
          <p:cNvSpPr>
            <a:spLocks noGrp="1"/>
          </p:cNvSpPr>
          <p:nvPr>
            <p:ph type="ctrTitle"/>
          </p:nvPr>
        </p:nvSpPr>
        <p:spPr/>
        <p:txBody>
          <a:bodyPr/>
          <a:lstStyle/>
          <a:p>
            <a:r>
              <a:rPr lang="en-IN" dirty="0"/>
              <a:t>Threat Intelligence Report</a:t>
            </a:r>
          </a:p>
        </p:txBody>
      </p:sp>
      <p:sp>
        <p:nvSpPr>
          <p:cNvPr id="3" name="Subtitle 2">
            <a:extLst>
              <a:ext uri="{FF2B5EF4-FFF2-40B4-BE49-F238E27FC236}">
                <a16:creationId xmlns:a16="http://schemas.microsoft.com/office/drawing/2014/main" id="{675075F3-BEB3-4A0B-3FE8-9BE159D8F5CE}"/>
              </a:ext>
            </a:extLst>
          </p:cNvPr>
          <p:cNvSpPr>
            <a:spLocks noGrp="1"/>
          </p:cNvSpPr>
          <p:nvPr>
            <p:ph type="subTitle" idx="1"/>
          </p:nvPr>
        </p:nvSpPr>
        <p:spPr/>
        <p:txBody>
          <a:bodyPr>
            <a:normAutofit/>
          </a:bodyPr>
          <a:lstStyle/>
          <a:p>
            <a:r>
              <a:rPr lang="en-IN" dirty="0"/>
              <a:t>Prepared by: Saloni Kumari</a:t>
            </a:r>
          </a:p>
          <a:p>
            <a:r>
              <a:rPr lang="en-IN" dirty="0"/>
              <a:t>Role: Cybersecurity Analyst Intern</a:t>
            </a:r>
          </a:p>
          <a:p>
            <a:r>
              <a:rPr lang="en-IN" dirty="0"/>
              <a:t>Date: 07-04-2026</a:t>
            </a:r>
          </a:p>
        </p:txBody>
      </p:sp>
    </p:spTree>
    <p:extLst>
      <p:ext uri="{BB962C8B-B14F-4D97-AF65-F5344CB8AC3E}">
        <p14:creationId xmlns:p14="http://schemas.microsoft.com/office/powerpoint/2010/main" val="7677506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28018A-1F3C-C378-EBF4-873256B13F5A}"/>
              </a:ext>
            </a:extLst>
          </p:cNvPr>
          <p:cNvSpPr>
            <a:spLocks noGrp="1"/>
          </p:cNvSpPr>
          <p:nvPr>
            <p:ph type="title"/>
          </p:nvPr>
        </p:nvSpPr>
        <p:spPr/>
        <p:txBody>
          <a:bodyPr/>
          <a:lstStyle/>
          <a:p>
            <a:r>
              <a:rPr lang="en-US" dirty="0"/>
              <a:t>                                   </a:t>
            </a:r>
            <a:r>
              <a:rPr lang="en-US" sz="4800" dirty="0"/>
              <a:t>Introduction</a:t>
            </a:r>
            <a:endParaRPr lang="en-IN" sz="4800" dirty="0"/>
          </a:p>
        </p:txBody>
      </p:sp>
      <p:sp>
        <p:nvSpPr>
          <p:cNvPr id="3" name="Content Placeholder 2">
            <a:extLst>
              <a:ext uri="{FF2B5EF4-FFF2-40B4-BE49-F238E27FC236}">
                <a16:creationId xmlns:a16="http://schemas.microsoft.com/office/drawing/2014/main" id="{CAF72ECD-1194-96D3-E37F-2FA1EB0FA1F9}"/>
              </a:ext>
            </a:extLst>
          </p:cNvPr>
          <p:cNvSpPr>
            <a:spLocks noGrp="1"/>
          </p:cNvSpPr>
          <p:nvPr>
            <p:ph idx="1"/>
          </p:nvPr>
        </p:nvSpPr>
        <p:spPr/>
        <p:txBody>
          <a:bodyPr>
            <a:normAutofit/>
          </a:bodyPr>
          <a:lstStyle/>
          <a:p>
            <a:r>
              <a:rPr lang="en-US" b="1" dirty="0"/>
              <a:t>Cybersecurity: </a:t>
            </a:r>
            <a:r>
              <a:rPr lang="en-IN" dirty="0"/>
              <a:t>Cybersecurity is a field where we give high importance to digital security. We ensure that data is not leaked and remains private, while also maintaining individual privacy. Overall, whatever activities are happening in the digital world such as data transfer, uploading and downloading of data, and data sharing, proper security is maintained among all of these so that no one faces financial loss, reputational damage or any other kind of loss.</a:t>
            </a:r>
          </a:p>
          <a:p>
            <a:endParaRPr lang="en-IN" sz="2400" dirty="0"/>
          </a:p>
        </p:txBody>
      </p:sp>
    </p:spTree>
    <p:extLst>
      <p:ext uri="{BB962C8B-B14F-4D97-AF65-F5344CB8AC3E}">
        <p14:creationId xmlns:p14="http://schemas.microsoft.com/office/powerpoint/2010/main" val="10784644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6F33F70-9647-1D5E-1358-589E9CAFEDCA}"/>
              </a:ext>
            </a:extLst>
          </p:cNvPr>
          <p:cNvSpPr>
            <a:spLocks noGrp="1"/>
          </p:cNvSpPr>
          <p:nvPr>
            <p:ph idx="1"/>
          </p:nvPr>
        </p:nvSpPr>
        <p:spPr>
          <a:xfrm>
            <a:off x="733647" y="531628"/>
            <a:ext cx="10620153" cy="5645335"/>
          </a:xfrm>
        </p:spPr>
        <p:txBody>
          <a:bodyPr/>
          <a:lstStyle/>
          <a:p>
            <a:r>
              <a:rPr lang="en-IN" b="1" dirty="0"/>
              <a:t>For individuals: </a:t>
            </a:r>
            <a:r>
              <a:rPr lang="en-IN" dirty="0"/>
              <a:t>For individuals the main purpose of cybersecurity is to keep personal data safe, protect against online fraud and scams, secure social media accounts and prevent identity theft.</a:t>
            </a:r>
          </a:p>
          <a:p>
            <a:r>
              <a:rPr lang="en-IN" b="1" dirty="0"/>
              <a:t>For Organizations: </a:t>
            </a:r>
            <a:r>
              <a:rPr lang="en-IN" dirty="0"/>
              <a:t>For Organizations the role of cybersecurity is even greater because they have a large amount of sensitive data. If a cyber attack occurs and customer or company data gets hacked, it can damage the company’s reputation, cause financial loss and also lead to a loss of customer trust.</a:t>
            </a:r>
          </a:p>
          <a:p>
            <a:endParaRPr lang="en-IN" dirty="0"/>
          </a:p>
        </p:txBody>
      </p:sp>
      <p:pic>
        <p:nvPicPr>
          <p:cNvPr id="14" name="Picture 13">
            <a:extLst>
              <a:ext uri="{FF2B5EF4-FFF2-40B4-BE49-F238E27FC236}">
                <a16:creationId xmlns:a16="http://schemas.microsoft.com/office/drawing/2014/main" id="{4CCFB5D3-01FD-5C0B-3A62-39C251A2DB6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45989" y="3785191"/>
            <a:ext cx="4847789" cy="2945218"/>
          </a:xfrm>
          <a:prstGeom prst="rect">
            <a:avLst/>
          </a:prstGeom>
        </p:spPr>
      </p:pic>
    </p:spTree>
    <p:extLst>
      <p:ext uri="{BB962C8B-B14F-4D97-AF65-F5344CB8AC3E}">
        <p14:creationId xmlns:p14="http://schemas.microsoft.com/office/powerpoint/2010/main" val="33171774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E7E76A-E5DE-F797-9875-D5CAB035DB60}"/>
              </a:ext>
            </a:extLst>
          </p:cNvPr>
          <p:cNvSpPr>
            <a:spLocks noGrp="1"/>
          </p:cNvSpPr>
          <p:nvPr>
            <p:ph type="title"/>
          </p:nvPr>
        </p:nvSpPr>
        <p:spPr/>
        <p:txBody>
          <a:bodyPr/>
          <a:lstStyle/>
          <a:p>
            <a:r>
              <a:rPr lang="en-IN" dirty="0"/>
              <a:t>           Threat #1: AI-Powered Phishing</a:t>
            </a:r>
          </a:p>
        </p:txBody>
      </p:sp>
      <p:sp>
        <p:nvSpPr>
          <p:cNvPr id="3" name="Content Placeholder 2">
            <a:extLst>
              <a:ext uri="{FF2B5EF4-FFF2-40B4-BE49-F238E27FC236}">
                <a16:creationId xmlns:a16="http://schemas.microsoft.com/office/drawing/2014/main" id="{55521117-113E-B93F-F56D-683F5ECD6D76}"/>
              </a:ext>
            </a:extLst>
          </p:cNvPr>
          <p:cNvSpPr>
            <a:spLocks noGrp="1"/>
          </p:cNvSpPr>
          <p:nvPr>
            <p:ph idx="1"/>
          </p:nvPr>
        </p:nvSpPr>
        <p:spPr/>
        <p:txBody>
          <a:bodyPr>
            <a:normAutofit/>
          </a:bodyPr>
          <a:lstStyle/>
          <a:p>
            <a:r>
              <a:rPr lang="en-IN" sz="2200" dirty="0"/>
              <a:t>An AI-powered phishing attack is an advanced cyber attack in which attackers use Artificial Intelligence to send fake messages, calls, or emails to people. These messages appear so real that people easily fall for them and become victims of phishing.</a:t>
            </a:r>
          </a:p>
          <a:p>
            <a:endParaRPr lang="en-IN" dirty="0"/>
          </a:p>
        </p:txBody>
      </p:sp>
      <p:pic>
        <p:nvPicPr>
          <p:cNvPr id="5" name="Picture 4">
            <a:extLst>
              <a:ext uri="{FF2B5EF4-FFF2-40B4-BE49-F238E27FC236}">
                <a16:creationId xmlns:a16="http://schemas.microsoft.com/office/drawing/2014/main" id="{BE93054D-7DCF-B623-51C2-0AA86C177CB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38893" y="2881424"/>
            <a:ext cx="5593848" cy="3795824"/>
          </a:xfrm>
          <a:prstGeom prst="rect">
            <a:avLst/>
          </a:prstGeom>
        </p:spPr>
      </p:pic>
    </p:spTree>
    <p:extLst>
      <p:ext uri="{BB962C8B-B14F-4D97-AF65-F5344CB8AC3E}">
        <p14:creationId xmlns:p14="http://schemas.microsoft.com/office/powerpoint/2010/main" val="21993129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C4CC7B-3A0C-C8C1-0235-043A5A4E2ADC}"/>
              </a:ext>
            </a:extLst>
          </p:cNvPr>
          <p:cNvSpPr>
            <a:spLocks noGrp="1"/>
          </p:cNvSpPr>
          <p:nvPr>
            <p:ph type="title"/>
          </p:nvPr>
        </p:nvSpPr>
        <p:spPr/>
        <p:txBody>
          <a:bodyPr>
            <a:normAutofit/>
          </a:bodyPr>
          <a:lstStyle/>
          <a:p>
            <a:r>
              <a:rPr lang="en-US" sz="2400" b="1" dirty="0"/>
              <a:t> Examples:</a:t>
            </a:r>
            <a:endParaRPr lang="en-IN" sz="2400" b="1" dirty="0"/>
          </a:p>
        </p:txBody>
      </p:sp>
      <p:sp>
        <p:nvSpPr>
          <p:cNvPr id="3" name="Content Placeholder 2">
            <a:extLst>
              <a:ext uri="{FF2B5EF4-FFF2-40B4-BE49-F238E27FC236}">
                <a16:creationId xmlns:a16="http://schemas.microsoft.com/office/drawing/2014/main" id="{05BBB680-E5BF-07ED-7BED-4B7490302339}"/>
              </a:ext>
            </a:extLst>
          </p:cNvPr>
          <p:cNvSpPr>
            <a:spLocks noGrp="1"/>
          </p:cNvSpPr>
          <p:nvPr>
            <p:ph idx="1"/>
          </p:nvPr>
        </p:nvSpPr>
        <p:spPr/>
        <p:txBody>
          <a:bodyPr>
            <a:normAutofit/>
          </a:bodyPr>
          <a:lstStyle/>
          <a:p>
            <a:pPr marL="457200" indent="-457200">
              <a:buFont typeface="+mj-lt"/>
              <a:buAutoNum type="arabicPeriod"/>
            </a:pPr>
            <a:r>
              <a:rPr lang="en-IN" sz="2400" b="1" dirty="0"/>
              <a:t>Emails: </a:t>
            </a:r>
            <a:r>
              <a:rPr lang="en-IN" sz="2400" dirty="0"/>
              <a:t>Attackers send an email to a person that looks like it is from a bank. It contains the correct name and a professional-looking message. As soon as the person clicks on the link mentioned in the email and fills in their details, all their information goes to the attackers. </a:t>
            </a:r>
          </a:p>
          <a:p>
            <a:pPr marL="457200" indent="-457200">
              <a:buFont typeface="+mj-lt"/>
              <a:buAutoNum type="arabicPeriod"/>
            </a:pPr>
            <a:r>
              <a:rPr lang="en-IN" sz="2400" b="1" dirty="0"/>
              <a:t>Messages and calls: </a:t>
            </a:r>
            <a:r>
              <a:rPr lang="en-IN" sz="2400" dirty="0"/>
              <a:t>Attackers send a message to a person’s inbox saying that ₹1000 has been credited to their account. After that, they receive a call with an AI-generated voice saying that ₹1000 was credited by mistake and asking them to return it. </a:t>
            </a:r>
          </a:p>
          <a:p>
            <a:pPr marL="457200" indent="-457200">
              <a:buFont typeface="+mj-lt"/>
              <a:buAutoNum type="arabicPeriod"/>
            </a:pPr>
            <a:r>
              <a:rPr lang="en-US" sz="2400" b="1" dirty="0"/>
              <a:t>OTP login: </a:t>
            </a:r>
            <a:r>
              <a:rPr lang="en-US" sz="2400" dirty="0"/>
              <a:t>You receive a message on WhatsApp from a known person saying, </a:t>
            </a:r>
            <a:r>
              <a:rPr lang="en-US" sz="2400" i="1" dirty="0"/>
              <a:t>‘Hey, I urgently need an OTP or login help. I’m in a meeting, please send it. </a:t>
            </a:r>
            <a:r>
              <a:rPr lang="en-US" sz="2400" dirty="0"/>
              <a:t>This message is created using Artificial Intelligence, and it looks so real that you trust it and share your OTP or login details..</a:t>
            </a:r>
          </a:p>
          <a:p>
            <a:pPr marL="457200" indent="-457200">
              <a:buFont typeface="+mj-lt"/>
              <a:buAutoNum type="arabicPeriod"/>
            </a:pPr>
            <a:endParaRPr lang="en-IN" sz="2200" dirty="0"/>
          </a:p>
          <a:p>
            <a:endParaRPr lang="en-IN" dirty="0"/>
          </a:p>
        </p:txBody>
      </p:sp>
    </p:spTree>
    <p:extLst>
      <p:ext uri="{BB962C8B-B14F-4D97-AF65-F5344CB8AC3E}">
        <p14:creationId xmlns:p14="http://schemas.microsoft.com/office/powerpoint/2010/main" val="10385138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800BAB-DBBE-1A71-1351-DC6BC3844A65}"/>
              </a:ext>
            </a:extLst>
          </p:cNvPr>
          <p:cNvSpPr>
            <a:spLocks noGrp="1"/>
          </p:cNvSpPr>
          <p:nvPr>
            <p:ph type="title"/>
          </p:nvPr>
        </p:nvSpPr>
        <p:spPr/>
        <p:txBody>
          <a:bodyPr/>
          <a:lstStyle/>
          <a:p>
            <a:r>
              <a:rPr lang="en-IN" dirty="0"/>
              <a:t>  Threat #2: Ransomware-as-a-Service(RaaS)</a:t>
            </a:r>
          </a:p>
        </p:txBody>
      </p:sp>
      <p:sp>
        <p:nvSpPr>
          <p:cNvPr id="3" name="Content Placeholder 2">
            <a:extLst>
              <a:ext uri="{FF2B5EF4-FFF2-40B4-BE49-F238E27FC236}">
                <a16:creationId xmlns:a16="http://schemas.microsoft.com/office/drawing/2014/main" id="{19F42F20-3171-A33E-40F0-C28797F6DF19}"/>
              </a:ext>
            </a:extLst>
          </p:cNvPr>
          <p:cNvSpPr>
            <a:spLocks noGrp="1"/>
          </p:cNvSpPr>
          <p:nvPr>
            <p:ph idx="1"/>
          </p:nvPr>
        </p:nvSpPr>
        <p:spPr/>
        <p:txBody>
          <a:bodyPr>
            <a:normAutofit/>
          </a:bodyPr>
          <a:lstStyle/>
          <a:p>
            <a:r>
              <a:rPr lang="en-IN" sz="2400" dirty="0"/>
              <a:t>Ransomware encrypts data, and to decrypt that data, a key is required. The attacker demands money in exchange for that key. Ransomware usually enters a system through illegal, unknown, or untrusted websites and sources, often via installing applications from such platforms.</a:t>
            </a:r>
          </a:p>
          <a:p>
            <a:endParaRPr lang="en-IN" sz="2400" dirty="0"/>
          </a:p>
        </p:txBody>
      </p:sp>
      <p:pic>
        <p:nvPicPr>
          <p:cNvPr id="5" name="Picture 4">
            <a:extLst>
              <a:ext uri="{FF2B5EF4-FFF2-40B4-BE49-F238E27FC236}">
                <a16:creationId xmlns:a16="http://schemas.microsoft.com/office/drawing/2014/main" id="{CC8E5354-37AE-93FC-4084-889F2BC99CB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67125" y="3241323"/>
            <a:ext cx="3373109" cy="3446556"/>
          </a:xfrm>
          <a:prstGeom prst="rect">
            <a:avLst/>
          </a:prstGeom>
        </p:spPr>
      </p:pic>
    </p:spTree>
    <p:extLst>
      <p:ext uri="{BB962C8B-B14F-4D97-AF65-F5344CB8AC3E}">
        <p14:creationId xmlns:p14="http://schemas.microsoft.com/office/powerpoint/2010/main" val="30451074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9FB454-0026-562A-511C-D1F02DB1E6CD}"/>
              </a:ext>
            </a:extLst>
          </p:cNvPr>
          <p:cNvSpPr>
            <a:spLocks noGrp="1"/>
          </p:cNvSpPr>
          <p:nvPr>
            <p:ph type="title"/>
          </p:nvPr>
        </p:nvSpPr>
        <p:spPr/>
        <p:txBody>
          <a:bodyPr>
            <a:normAutofit fontScale="90000"/>
          </a:bodyPr>
          <a:lstStyle/>
          <a:p>
            <a:br>
              <a:rPr lang="en-IN" dirty="0"/>
            </a:br>
            <a:r>
              <a:rPr lang="en-IN" sz="2700" b="1" dirty="0"/>
              <a:t>Precautions:</a:t>
            </a:r>
            <a:br>
              <a:rPr lang="en-IN" dirty="0"/>
            </a:br>
            <a:endParaRPr lang="en-IN" dirty="0"/>
          </a:p>
        </p:txBody>
      </p:sp>
      <p:sp>
        <p:nvSpPr>
          <p:cNvPr id="3" name="Content Placeholder 2">
            <a:extLst>
              <a:ext uri="{FF2B5EF4-FFF2-40B4-BE49-F238E27FC236}">
                <a16:creationId xmlns:a16="http://schemas.microsoft.com/office/drawing/2014/main" id="{BAF6D264-91DF-31A0-0D49-4BA214F83F7D}"/>
              </a:ext>
            </a:extLst>
          </p:cNvPr>
          <p:cNvSpPr>
            <a:spLocks noGrp="1"/>
          </p:cNvSpPr>
          <p:nvPr>
            <p:ph idx="1"/>
          </p:nvPr>
        </p:nvSpPr>
        <p:spPr/>
        <p:txBody>
          <a:bodyPr/>
          <a:lstStyle/>
          <a:p>
            <a:r>
              <a:rPr lang="en-IN" sz="2400" dirty="0"/>
              <a:t>Taking backups helps maintain security, and if such an attack occurs, the first step is to turn off the system to stop further data encryption. Then, a bootable USB drive can be used to start a Linux operating system. The advantage of this is that ransomware designed to work on Windows will not work on Linux, so once Linux starts, the ransomware remains inactive. At that point, important data can be copied using external hardware and saved from encryption.</a:t>
            </a:r>
          </a:p>
          <a:p>
            <a:r>
              <a:rPr lang="en-IN" sz="2400" dirty="0"/>
              <a:t>Therefore, we should always use trusted platforms to avoid ransomware attacks.</a:t>
            </a:r>
          </a:p>
          <a:p>
            <a:endParaRPr lang="en-IN" dirty="0"/>
          </a:p>
        </p:txBody>
      </p:sp>
    </p:spTree>
    <p:extLst>
      <p:ext uri="{BB962C8B-B14F-4D97-AF65-F5344CB8AC3E}">
        <p14:creationId xmlns:p14="http://schemas.microsoft.com/office/powerpoint/2010/main" val="28472826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AD216B-B96A-27A5-588A-3A01A8C4CD22}"/>
              </a:ext>
            </a:extLst>
          </p:cNvPr>
          <p:cNvSpPr>
            <a:spLocks noGrp="1"/>
          </p:cNvSpPr>
          <p:nvPr>
            <p:ph type="title"/>
          </p:nvPr>
        </p:nvSpPr>
        <p:spPr/>
        <p:txBody>
          <a:bodyPr/>
          <a:lstStyle/>
          <a:p>
            <a:r>
              <a:rPr lang="en-US" dirty="0"/>
              <a:t>   Threat #3: Cloud Security Misconfigurations</a:t>
            </a:r>
            <a:endParaRPr lang="en-IN" dirty="0"/>
          </a:p>
        </p:txBody>
      </p:sp>
      <p:sp>
        <p:nvSpPr>
          <p:cNvPr id="3" name="Content Placeholder 2">
            <a:extLst>
              <a:ext uri="{FF2B5EF4-FFF2-40B4-BE49-F238E27FC236}">
                <a16:creationId xmlns:a16="http://schemas.microsoft.com/office/drawing/2014/main" id="{AC9C4908-63E1-2E80-A323-FDF5FDB0FD9F}"/>
              </a:ext>
            </a:extLst>
          </p:cNvPr>
          <p:cNvSpPr>
            <a:spLocks noGrp="1"/>
          </p:cNvSpPr>
          <p:nvPr>
            <p:ph idx="1"/>
          </p:nvPr>
        </p:nvSpPr>
        <p:spPr/>
        <p:txBody>
          <a:bodyPr>
            <a:normAutofit/>
          </a:bodyPr>
          <a:lstStyle/>
          <a:p>
            <a:r>
              <a:rPr lang="en-US" sz="2400" dirty="0"/>
              <a:t>Cloud security misconfiguration is a human error in which incorrect settings put the entire system or data at risk. When cloud service settings are not properly secured, hackers can easily gain access. It is very dangerous because it can lead to data leaks, unauthorized access by hackers, and financial as well as reputational loss.</a:t>
            </a:r>
          </a:p>
        </p:txBody>
      </p:sp>
      <p:pic>
        <p:nvPicPr>
          <p:cNvPr id="5" name="Picture 4">
            <a:extLst>
              <a:ext uri="{FF2B5EF4-FFF2-40B4-BE49-F238E27FC236}">
                <a16:creationId xmlns:a16="http://schemas.microsoft.com/office/drawing/2014/main" id="{D506A763-0BDF-EE91-03FE-5AF6E24EDF4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42659" y="3467789"/>
            <a:ext cx="4034871" cy="3025086"/>
          </a:xfrm>
          <a:prstGeom prst="rect">
            <a:avLst/>
          </a:prstGeom>
        </p:spPr>
      </p:pic>
    </p:spTree>
    <p:extLst>
      <p:ext uri="{BB962C8B-B14F-4D97-AF65-F5344CB8AC3E}">
        <p14:creationId xmlns:p14="http://schemas.microsoft.com/office/powerpoint/2010/main" val="20051829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56FEC6-B932-32D1-F027-DF65B3FFE26F}"/>
              </a:ext>
            </a:extLst>
          </p:cNvPr>
          <p:cNvSpPr>
            <a:spLocks noGrp="1"/>
          </p:cNvSpPr>
          <p:nvPr>
            <p:ph type="title"/>
          </p:nvPr>
        </p:nvSpPr>
        <p:spPr/>
        <p:txBody>
          <a:bodyPr>
            <a:normAutofit/>
          </a:bodyPr>
          <a:lstStyle/>
          <a:p>
            <a:r>
              <a:rPr lang="en-IN" sz="2400" b="1" dirty="0"/>
              <a:t>Precaution:</a:t>
            </a:r>
          </a:p>
        </p:txBody>
      </p:sp>
      <p:sp>
        <p:nvSpPr>
          <p:cNvPr id="3" name="Content Placeholder 2">
            <a:extLst>
              <a:ext uri="{FF2B5EF4-FFF2-40B4-BE49-F238E27FC236}">
                <a16:creationId xmlns:a16="http://schemas.microsoft.com/office/drawing/2014/main" id="{3329CD30-1DF3-E69B-0542-BF2562A0ED1B}"/>
              </a:ext>
            </a:extLst>
          </p:cNvPr>
          <p:cNvSpPr>
            <a:spLocks noGrp="1"/>
          </p:cNvSpPr>
          <p:nvPr>
            <p:ph idx="1"/>
          </p:nvPr>
        </p:nvSpPr>
        <p:spPr/>
        <p:txBody>
          <a:bodyPr/>
          <a:lstStyle/>
          <a:p>
            <a:r>
              <a:rPr lang="en-US" sz="2400" dirty="0"/>
              <a:t>Ensure proper configuration</a:t>
            </a:r>
          </a:p>
          <a:p>
            <a:r>
              <a:rPr lang="en-US" sz="2400" dirty="0"/>
              <a:t>Perform regular security checks</a:t>
            </a:r>
          </a:p>
          <a:p>
            <a:r>
              <a:rPr lang="en-US" sz="2400" dirty="0"/>
              <a:t>Use strong passwords and multi-factor authentication</a:t>
            </a:r>
          </a:p>
          <a:p>
            <a:r>
              <a:rPr lang="en-US" sz="2400" dirty="0"/>
              <a:t>Enable data encryption</a:t>
            </a:r>
          </a:p>
          <a:p>
            <a:r>
              <a:rPr lang="en-US" sz="2400" dirty="0"/>
              <a:t>Maintain proper access control</a:t>
            </a:r>
          </a:p>
          <a:p>
            <a:r>
              <a:rPr lang="en-IN" sz="2400" dirty="0"/>
              <a:t>Use automated security tools</a:t>
            </a:r>
          </a:p>
          <a:p>
            <a:r>
              <a:rPr lang="en-IN" sz="2400" dirty="0"/>
              <a:t>Monitor and log activities</a:t>
            </a:r>
          </a:p>
          <a:p>
            <a:r>
              <a:rPr lang="en-US" sz="2400" dirty="0"/>
              <a:t>Apply least privilege access (Access Control)</a:t>
            </a:r>
            <a:br>
              <a:rPr lang="en-US" sz="2400" dirty="0"/>
            </a:br>
            <a:endParaRPr lang="en-IN" sz="2400" dirty="0"/>
          </a:p>
          <a:p>
            <a:endParaRPr lang="en-IN" dirty="0"/>
          </a:p>
        </p:txBody>
      </p:sp>
    </p:spTree>
    <p:extLst>
      <p:ext uri="{BB962C8B-B14F-4D97-AF65-F5344CB8AC3E}">
        <p14:creationId xmlns:p14="http://schemas.microsoft.com/office/powerpoint/2010/main" val="42197088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F5BCDE-E09C-91F2-199A-B36BF20681BD}"/>
              </a:ext>
            </a:extLst>
          </p:cNvPr>
          <p:cNvSpPr>
            <a:spLocks noGrp="1"/>
          </p:cNvSpPr>
          <p:nvPr>
            <p:ph type="title"/>
          </p:nvPr>
        </p:nvSpPr>
        <p:spPr/>
        <p:txBody>
          <a:bodyPr/>
          <a:lstStyle/>
          <a:p>
            <a:r>
              <a:rPr lang="en-IN" dirty="0"/>
              <a:t>                Threat #4: IoT Vulnerabilities</a:t>
            </a:r>
          </a:p>
        </p:txBody>
      </p:sp>
      <p:sp>
        <p:nvSpPr>
          <p:cNvPr id="3" name="Content Placeholder 2">
            <a:extLst>
              <a:ext uri="{FF2B5EF4-FFF2-40B4-BE49-F238E27FC236}">
                <a16:creationId xmlns:a16="http://schemas.microsoft.com/office/drawing/2014/main" id="{3299BCB9-C3E8-91CE-168C-564029C03A59}"/>
              </a:ext>
            </a:extLst>
          </p:cNvPr>
          <p:cNvSpPr>
            <a:spLocks noGrp="1"/>
          </p:cNvSpPr>
          <p:nvPr>
            <p:ph idx="1"/>
          </p:nvPr>
        </p:nvSpPr>
        <p:spPr/>
        <p:txBody>
          <a:bodyPr>
            <a:noAutofit/>
          </a:bodyPr>
          <a:lstStyle/>
          <a:p>
            <a:r>
              <a:rPr lang="en-US" sz="2400" dirty="0"/>
              <a:t>IoT vulnerabilities refer to weaknesses or security flaws present in Internet of Things devices (such as smart cameras, smart TVs, smart locks, and wearables), through which hackers can hack or misuse them. This is very dangerous because it can put personal privacy at risk, allow devices to be controlled remotely, lead to data leaks, and even compromise the entire network.</a:t>
            </a:r>
          </a:p>
        </p:txBody>
      </p:sp>
      <p:pic>
        <p:nvPicPr>
          <p:cNvPr id="5" name="Picture 4">
            <a:extLst>
              <a:ext uri="{FF2B5EF4-FFF2-40B4-BE49-F238E27FC236}">
                <a16:creationId xmlns:a16="http://schemas.microsoft.com/office/drawing/2014/main" id="{CF1E73E9-9C4F-98F1-D8B5-070E14D9C81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16392" y="3908303"/>
            <a:ext cx="7359216" cy="2694516"/>
          </a:xfrm>
          <a:prstGeom prst="rect">
            <a:avLst/>
          </a:prstGeom>
        </p:spPr>
      </p:pic>
    </p:spTree>
    <p:extLst>
      <p:ext uri="{BB962C8B-B14F-4D97-AF65-F5344CB8AC3E}">
        <p14:creationId xmlns:p14="http://schemas.microsoft.com/office/powerpoint/2010/main" val="32099827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AAB48-998E-5FF8-147F-E81208072056}"/>
              </a:ext>
            </a:extLst>
          </p:cNvPr>
          <p:cNvSpPr>
            <a:spLocks noGrp="1"/>
          </p:cNvSpPr>
          <p:nvPr>
            <p:ph type="title"/>
          </p:nvPr>
        </p:nvSpPr>
        <p:spPr/>
        <p:txBody>
          <a:bodyPr>
            <a:normAutofit/>
          </a:bodyPr>
          <a:lstStyle/>
          <a:p>
            <a:r>
              <a:rPr lang="en-IN" sz="2400" b="1" dirty="0"/>
              <a:t>Precaution:</a:t>
            </a:r>
          </a:p>
        </p:txBody>
      </p:sp>
      <p:sp>
        <p:nvSpPr>
          <p:cNvPr id="3" name="Content Placeholder 2">
            <a:extLst>
              <a:ext uri="{FF2B5EF4-FFF2-40B4-BE49-F238E27FC236}">
                <a16:creationId xmlns:a16="http://schemas.microsoft.com/office/drawing/2014/main" id="{A8437DEE-4A47-0A88-DD30-F2189ED4C3B8}"/>
              </a:ext>
            </a:extLst>
          </p:cNvPr>
          <p:cNvSpPr>
            <a:spLocks noGrp="1"/>
          </p:cNvSpPr>
          <p:nvPr>
            <p:ph idx="1"/>
          </p:nvPr>
        </p:nvSpPr>
        <p:spPr/>
        <p:txBody>
          <a:bodyPr>
            <a:normAutofit/>
          </a:bodyPr>
          <a:lstStyle/>
          <a:p>
            <a:pPr marL="457200" indent="-457200">
              <a:buFont typeface="+mj-lt"/>
              <a:buAutoNum type="alphaLcParenR"/>
            </a:pPr>
            <a:r>
              <a:rPr lang="en-US" sz="2400" dirty="0"/>
              <a:t>Use strong and unique passwords</a:t>
            </a:r>
          </a:p>
          <a:p>
            <a:pPr marL="457200" indent="-457200">
              <a:buFont typeface="+mj-lt"/>
              <a:buAutoNum type="alphaLcParenR"/>
            </a:pPr>
            <a:r>
              <a:rPr lang="en-US" sz="2400" dirty="0"/>
              <a:t>Install regular updates</a:t>
            </a:r>
          </a:p>
          <a:p>
            <a:pPr marL="457200" indent="-457200">
              <a:buFont typeface="+mj-lt"/>
              <a:buAutoNum type="alphaLcParenR"/>
            </a:pPr>
            <a:r>
              <a:rPr lang="en-US" sz="2400" dirty="0"/>
              <a:t>Use devices from trusted brands</a:t>
            </a:r>
          </a:p>
          <a:p>
            <a:pPr marL="457200" indent="-457200">
              <a:buFont typeface="+mj-lt"/>
              <a:buAutoNum type="alphaLcParenR"/>
            </a:pPr>
            <a:r>
              <a:rPr lang="en-US" sz="2400" dirty="0"/>
              <a:t>Keep the network secure (use a strong Wi-Fi password)</a:t>
            </a:r>
          </a:p>
          <a:p>
            <a:pPr marL="457200" indent="-457200">
              <a:buFont typeface="+mj-lt"/>
              <a:buAutoNum type="alphaLcParenR"/>
            </a:pPr>
            <a:r>
              <a:rPr lang="en-US" sz="2400" dirty="0"/>
              <a:t>Disable unnecessary features and ports.</a:t>
            </a:r>
          </a:p>
          <a:p>
            <a:pPr marL="0" indent="0">
              <a:buNone/>
            </a:pPr>
            <a:r>
              <a:rPr lang="en-US" sz="2400" b="1" dirty="0"/>
              <a:t>Example: </a:t>
            </a:r>
            <a:r>
              <a:rPr lang="en-US" sz="2400" dirty="0"/>
              <a:t>If a smart camera has a simple password like “admin123,” a hacker can easily log in and gain access to it.</a:t>
            </a:r>
            <a:endParaRPr lang="en-IN" sz="2400" dirty="0"/>
          </a:p>
          <a:p>
            <a:pPr marL="0" indent="0">
              <a:buNone/>
            </a:pPr>
            <a:endParaRPr lang="en-IN" dirty="0"/>
          </a:p>
          <a:p>
            <a:endParaRPr lang="en-IN" dirty="0"/>
          </a:p>
        </p:txBody>
      </p:sp>
    </p:spTree>
    <p:extLst>
      <p:ext uri="{BB962C8B-B14F-4D97-AF65-F5344CB8AC3E}">
        <p14:creationId xmlns:p14="http://schemas.microsoft.com/office/powerpoint/2010/main" val="970582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6DA902-4E97-F707-0EFC-F1FA4AEFAAA4}"/>
              </a:ext>
            </a:extLst>
          </p:cNvPr>
          <p:cNvSpPr>
            <a:spLocks noGrp="1"/>
          </p:cNvSpPr>
          <p:nvPr>
            <p:ph type="title"/>
          </p:nvPr>
        </p:nvSpPr>
        <p:spPr/>
        <p:txBody>
          <a:bodyPr/>
          <a:lstStyle/>
          <a:p>
            <a:r>
              <a:rPr lang="en-IN" dirty="0"/>
              <a:t>                Threat #5: Zero-Day Exploits</a:t>
            </a:r>
          </a:p>
        </p:txBody>
      </p:sp>
      <p:sp>
        <p:nvSpPr>
          <p:cNvPr id="3" name="Content Placeholder 2">
            <a:extLst>
              <a:ext uri="{FF2B5EF4-FFF2-40B4-BE49-F238E27FC236}">
                <a16:creationId xmlns:a16="http://schemas.microsoft.com/office/drawing/2014/main" id="{7993F878-096B-AB33-7413-82DE14029CAD}"/>
              </a:ext>
            </a:extLst>
          </p:cNvPr>
          <p:cNvSpPr>
            <a:spLocks noGrp="1"/>
          </p:cNvSpPr>
          <p:nvPr>
            <p:ph idx="1"/>
          </p:nvPr>
        </p:nvSpPr>
        <p:spPr/>
        <p:txBody>
          <a:bodyPr>
            <a:normAutofit/>
          </a:bodyPr>
          <a:lstStyle/>
          <a:p>
            <a:r>
              <a:rPr lang="en-US" sz="2400" dirty="0"/>
              <a:t>Attackers first identify the flaws and vulnerabilities present in a software. After discovering a vulnerability, the exploitation phase begins. At this stage, attackers create a malicious code or a specific method, which is called a zero-day exploit.</a:t>
            </a:r>
          </a:p>
          <a:p>
            <a:r>
              <a:rPr lang="en-US" sz="2400" dirty="0"/>
              <a:t>After exploitation, the system gets compromised, and hackers cause damage to it—they may steal data, install malware, or gain remote access. After exploiting the system using that vulnerability, attackers may publicly disclose or leak the vulnerability so that others can also misuse it. This is usually done after the attack.</a:t>
            </a:r>
          </a:p>
        </p:txBody>
      </p:sp>
    </p:spTree>
    <p:extLst>
      <p:ext uri="{BB962C8B-B14F-4D97-AF65-F5344CB8AC3E}">
        <p14:creationId xmlns:p14="http://schemas.microsoft.com/office/powerpoint/2010/main" val="38753798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D34AFA-8A6F-C300-7315-045E27E3B447}"/>
              </a:ext>
            </a:extLst>
          </p:cNvPr>
          <p:cNvSpPr>
            <a:spLocks noGrp="1"/>
          </p:cNvSpPr>
          <p:nvPr>
            <p:ph type="title"/>
          </p:nvPr>
        </p:nvSpPr>
        <p:spPr/>
        <p:txBody>
          <a:bodyPr>
            <a:normAutofit/>
          </a:bodyPr>
          <a:lstStyle/>
          <a:p>
            <a:r>
              <a:rPr lang="en-IN" sz="2400" b="1" dirty="0"/>
              <a:t>Example:</a:t>
            </a:r>
          </a:p>
        </p:txBody>
      </p:sp>
      <p:sp>
        <p:nvSpPr>
          <p:cNvPr id="3" name="Content Placeholder 2">
            <a:extLst>
              <a:ext uri="{FF2B5EF4-FFF2-40B4-BE49-F238E27FC236}">
                <a16:creationId xmlns:a16="http://schemas.microsoft.com/office/drawing/2014/main" id="{AA4BFCF9-9FA8-B778-9CD6-C5AE8195758F}"/>
              </a:ext>
            </a:extLst>
          </p:cNvPr>
          <p:cNvSpPr>
            <a:spLocks noGrp="1"/>
          </p:cNvSpPr>
          <p:nvPr>
            <p:ph idx="1"/>
          </p:nvPr>
        </p:nvSpPr>
        <p:spPr/>
        <p:txBody>
          <a:bodyPr>
            <a:normAutofit/>
          </a:bodyPr>
          <a:lstStyle/>
          <a:p>
            <a:r>
              <a:rPr lang="en-US" sz="2400" dirty="0"/>
              <a:t>Suppose there is an unknown flaw in a browser. A hacker uses that flaw through a malicious website to install malware on your system—this can be a zero-day attack.</a:t>
            </a:r>
            <a:endParaRPr lang="en-IN" sz="2400" dirty="0"/>
          </a:p>
        </p:txBody>
      </p:sp>
      <p:pic>
        <p:nvPicPr>
          <p:cNvPr id="5" name="Picture 4">
            <a:extLst>
              <a:ext uri="{FF2B5EF4-FFF2-40B4-BE49-F238E27FC236}">
                <a16:creationId xmlns:a16="http://schemas.microsoft.com/office/drawing/2014/main" id="{9D535E7E-BCC8-D48F-3A74-CEE190AE2BE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64195" y="2856757"/>
            <a:ext cx="5405895" cy="3763710"/>
          </a:xfrm>
          <a:prstGeom prst="rect">
            <a:avLst/>
          </a:prstGeom>
        </p:spPr>
      </p:pic>
    </p:spTree>
    <p:extLst>
      <p:ext uri="{BB962C8B-B14F-4D97-AF65-F5344CB8AC3E}">
        <p14:creationId xmlns:p14="http://schemas.microsoft.com/office/powerpoint/2010/main" val="7626222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0FA4EC-23E6-271C-2CE5-3A0B829AEC6D}"/>
              </a:ext>
            </a:extLst>
          </p:cNvPr>
          <p:cNvSpPr>
            <a:spLocks noGrp="1"/>
          </p:cNvSpPr>
          <p:nvPr>
            <p:ph type="title"/>
          </p:nvPr>
        </p:nvSpPr>
        <p:spPr/>
        <p:txBody>
          <a:bodyPr/>
          <a:lstStyle/>
          <a:p>
            <a:r>
              <a:rPr lang="en-US" dirty="0"/>
              <a:t>Impact Analysis: Individuals vs. Organizations</a:t>
            </a:r>
            <a:endParaRPr lang="en-IN" dirty="0"/>
          </a:p>
        </p:txBody>
      </p:sp>
      <p:graphicFrame>
        <p:nvGraphicFramePr>
          <p:cNvPr id="4" name="Content Placeholder 3">
            <a:extLst>
              <a:ext uri="{FF2B5EF4-FFF2-40B4-BE49-F238E27FC236}">
                <a16:creationId xmlns:a16="http://schemas.microsoft.com/office/drawing/2014/main" id="{BAAA6C91-5B77-F0B1-C219-A4FC1EEDED45}"/>
              </a:ext>
            </a:extLst>
          </p:cNvPr>
          <p:cNvGraphicFramePr>
            <a:graphicFrameLocks noGrp="1"/>
          </p:cNvGraphicFramePr>
          <p:nvPr>
            <p:ph idx="1"/>
            <p:extLst>
              <p:ext uri="{D42A27DB-BD31-4B8C-83A1-F6EECF244321}">
                <p14:modId xmlns:p14="http://schemas.microsoft.com/office/powerpoint/2010/main" val="3134910480"/>
              </p:ext>
            </p:extLst>
          </p:nvPr>
        </p:nvGraphicFramePr>
        <p:xfrm>
          <a:off x="838200" y="1825625"/>
          <a:ext cx="10515597" cy="4119880"/>
        </p:xfrm>
        <a:graphic>
          <a:graphicData uri="http://schemas.openxmlformats.org/drawingml/2006/table">
            <a:tbl>
              <a:tblPr firstRow="1" bandRow="1">
                <a:tableStyleId>{5C22544A-7EE6-4342-B048-85BDC9FD1C3A}</a:tableStyleId>
              </a:tblPr>
              <a:tblGrid>
                <a:gridCol w="3505199">
                  <a:extLst>
                    <a:ext uri="{9D8B030D-6E8A-4147-A177-3AD203B41FA5}">
                      <a16:colId xmlns:a16="http://schemas.microsoft.com/office/drawing/2014/main" val="914027356"/>
                    </a:ext>
                  </a:extLst>
                </a:gridCol>
                <a:gridCol w="3505199">
                  <a:extLst>
                    <a:ext uri="{9D8B030D-6E8A-4147-A177-3AD203B41FA5}">
                      <a16:colId xmlns:a16="http://schemas.microsoft.com/office/drawing/2014/main" val="3356564547"/>
                    </a:ext>
                  </a:extLst>
                </a:gridCol>
                <a:gridCol w="3505199">
                  <a:extLst>
                    <a:ext uri="{9D8B030D-6E8A-4147-A177-3AD203B41FA5}">
                      <a16:colId xmlns:a16="http://schemas.microsoft.com/office/drawing/2014/main" val="3336000344"/>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Threat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Impact on Individuals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Impact on Organizations</a:t>
                      </a:r>
                    </a:p>
                  </a:txBody>
                  <a:tcPr/>
                </a:tc>
                <a:extLst>
                  <a:ext uri="{0D108BD9-81ED-4DB2-BD59-A6C34878D82A}">
                    <a16:rowId xmlns:a16="http://schemas.microsoft.com/office/drawing/2014/main" val="100059139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AI Phishing</a:t>
                      </a:r>
                    </a:p>
                    <a:p>
                      <a:endParaRPr lang="en-IN" dirty="0"/>
                    </a:p>
                  </a:txBody>
                  <a:tcPr/>
                </a:tc>
                <a:tc>
                  <a:txBody>
                    <a:bodyPr/>
                    <a:lstStyle/>
                    <a:p>
                      <a:pPr marL="400050" indent="-400050">
                        <a:buFont typeface="+mj-lt"/>
                        <a:buAutoNum type="romanLcPeriod"/>
                      </a:pPr>
                      <a:r>
                        <a:rPr lang="en-US" dirty="0"/>
                        <a:t>Personal data can be stolen.</a:t>
                      </a:r>
                    </a:p>
                    <a:p>
                      <a:pPr marL="400050" indent="-400050">
                        <a:buFont typeface="+mj-lt"/>
                        <a:buAutoNum type="romanLcPeriod"/>
                      </a:pPr>
                      <a:r>
                        <a:rPr lang="en-US" dirty="0"/>
                        <a:t>Financial fraud may occur. </a:t>
                      </a:r>
                    </a:p>
                    <a:p>
                      <a:pPr marL="400050" indent="-400050">
                        <a:buFont typeface="+mj-lt"/>
                        <a:buAutoNum type="romanLcPeriod"/>
                      </a:pPr>
                      <a:r>
                        <a:rPr lang="en-US" dirty="0"/>
                        <a:t>Social media and email accounts can be hacked.</a:t>
                      </a:r>
                      <a:endParaRPr lang="en-IN" dirty="0"/>
                    </a:p>
                    <a:p>
                      <a:endParaRPr lang="en-IN" dirty="0"/>
                    </a:p>
                  </a:txBody>
                  <a:tcPr/>
                </a:tc>
                <a:tc>
                  <a:txBody>
                    <a:bodyPr/>
                    <a:lstStyle/>
                    <a:p>
                      <a:pPr marL="400050" indent="-400050">
                        <a:buFont typeface="+mj-lt"/>
                        <a:buAutoNum type="romanLcPeriod"/>
                      </a:pPr>
                      <a:r>
                        <a:rPr lang="en-US" dirty="0"/>
                        <a:t>Attackers can gain access through employees.</a:t>
                      </a:r>
                    </a:p>
                    <a:p>
                      <a:pPr marL="400050" indent="-400050">
                        <a:buFont typeface="+mj-lt"/>
                        <a:buAutoNum type="romanLcPeriod"/>
                      </a:pPr>
                      <a:r>
                        <a:rPr lang="en-US" dirty="0"/>
                        <a:t>Sensitive business data may be leaked.</a:t>
                      </a:r>
                    </a:p>
                    <a:p>
                      <a:pPr marL="400050" indent="-400050">
                        <a:buFont typeface="+mj-lt"/>
                        <a:buAutoNum type="romanLcPeriod"/>
                      </a:pPr>
                      <a:r>
                        <a:rPr lang="en-US" dirty="0"/>
                        <a:t>Company reputation and customer trust are damaged.</a:t>
                      </a:r>
                      <a:endParaRPr lang="en-IN" dirty="0"/>
                    </a:p>
                  </a:txBody>
                  <a:tcPr/>
                </a:tc>
                <a:extLst>
                  <a:ext uri="{0D108BD9-81ED-4DB2-BD59-A6C34878D82A}">
                    <a16:rowId xmlns:a16="http://schemas.microsoft.com/office/drawing/2014/main" val="2123172524"/>
                  </a:ext>
                </a:extLst>
              </a:tr>
              <a:tr h="370840">
                <a:tc>
                  <a:txBody>
                    <a:bodyPr/>
                    <a:lstStyle/>
                    <a:p>
                      <a:r>
                        <a:rPr lang="en-IN" dirty="0"/>
                        <a:t>RaaS</a:t>
                      </a:r>
                    </a:p>
                  </a:txBody>
                  <a:tcPr/>
                </a:tc>
                <a:tc>
                  <a:txBody>
                    <a:bodyPr/>
                    <a:lstStyle/>
                    <a:p>
                      <a:pPr marL="400050" indent="-400050">
                        <a:buFont typeface="+mj-lt"/>
                        <a:buAutoNum type="romanLcPeriod"/>
                      </a:pPr>
                      <a:r>
                        <a:rPr lang="en-US" dirty="0"/>
                        <a:t>Personal files get encrypted.</a:t>
                      </a:r>
                    </a:p>
                    <a:p>
                      <a:pPr marL="400050" indent="-400050">
                        <a:buFont typeface="+mj-lt"/>
                        <a:buAutoNum type="romanLcPeriod"/>
                      </a:pPr>
                      <a:r>
                        <a:rPr lang="en-US" dirty="0"/>
                        <a:t>Victims may have to pay money to recover data.</a:t>
                      </a:r>
                    </a:p>
                    <a:p>
                      <a:pPr marL="400050" indent="-400050">
                        <a:buFont typeface="+mj-lt"/>
                        <a:buAutoNum type="romanLcPeriod"/>
                      </a:pPr>
                      <a:r>
                        <a:rPr lang="en-US" dirty="0"/>
                        <a:t>Causes financial and emotional stress</a:t>
                      </a:r>
                      <a:endParaRPr lang="en-IN" dirty="0"/>
                    </a:p>
                  </a:txBody>
                  <a:tcPr/>
                </a:tc>
                <a:tc>
                  <a:txBody>
                    <a:bodyPr/>
                    <a:lstStyle/>
                    <a:p>
                      <a:pPr marL="400050" indent="-400050">
                        <a:buFont typeface="+mj-lt"/>
                        <a:buAutoNum type="romanLcPeriod"/>
                      </a:pPr>
                      <a:r>
                        <a:rPr lang="en-US" dirty="0"/>
                        <a:t>Entire systems or networks can be locked.</a:t>
                      </a:r>
                    </a:p>
                    <a:p>
                      <a:pPr marL="400050" indent="-400050">
                        <a:buFont typeface="+mj-lt"/>
                        <a:buAutoNum type="romanLcPeriod"/>
                      </a:pPr>
                      <a:r>
                        <a:rPr lang="en-US" dirty="0"/>
                        <a:t>Business operations may stop. </a:t>
                      </a:r>
                    </a:p>
                    <a:p>
                      <a:pPr marL="400050" indent="-400050">
                        <a:buFont typeface="+mj-lt"/>
                        <a:buAutoNum type="romanLcPeriod"/>
                      </a:pPr>
                      <a:r>
                        <a:rPr lang="en-US" dirty="0"/>
                        <a:t>Heavy financial losses and ransom payments.</a:t>
                      </a:r>
                    </a:p>
                    <a:p>
                      <a:pPr marL="400050" indent="-400050">
                        <a:buFont typeface="+mj-lt"/>
                        <a:buAutoNum type="romanLcPeriod"/>
                      </a:pPr>
                      <a:r>
                        <a:rPr lang="en-US" dirty="0"/>
                        <a:t>Serious reputational damage. </a:t>
                      </a:r>
                    </a:p>
                  </a:txBody>
                  <a:tcPr/>
                </a:tc>
                <a:extLst>
                  <a:ext uri="{0D108BD9-81ED-4DB2-BD59-A6C34878D82A}">
                    <a16:rowId xmlns:a16="http://schemas.microsoft.com/office/drawing/2014/main" val="3051760046"/>
                  </a:ext>
                </a:extLst>
              </a:tr>
            </a:tbl>
          </a:graphicData>
        </a:graphic>
      </p:graphicFrame>
    </p:spTree>
    <p:extLst>
      <p:ext uri="{BB962C8B-B14F-4D97-AF65-F5344CB8AC3E}">
        <p14:creationId xmlns:p14="http://schemas.microsoft.com/office/powerpoint/2010/main" val="4340672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3">
            <a:extLst>
              <a:ext uri="{FF2B5EF4-FFF2-40B4-BE49-F238E27FC236}">
                <a16:creationId xmlns:a16="http://schemas.microsoft.com/office/drawing/2014/main" id="{B2661B2F-1C11-460C-B6EB-A5E9B3A96B93}"/>
              </a:ext>
            </a:extLst>
          </p:cNvPr>
          <p:cNvGraphicFramePr>
            <a:graphicFrameLocks/>
          </p:cNvGraphicFramePr>
          <p:nvPr>
            <p:extLst>
              <p:ext uri="{D42A27DB-BD31-4B8C-83A1-F6EECF244321}">
                <p14:modId xmlns:p14="http://schemas.microsoft.com/office/powerpoint/2010/main" val="2883625124"/>
              </p:ext>
            </p:extLst>
          </p:nvPr>
        </p:nvGraphicFramePr>
        <p:xfrm>
          <a:off x="938323" y="574157"/>
          <a:ext cx="10427880" cy="5862170"/>
        </p:xfrm>
        <a:graphic>
          <a:graphicData uri="http://schemas.openxmlformats.org/drawingml/2006/table">
            <a:tbl>
              <a:tblPr firstRow="1" bandRow="1">
                <a:tableStyleId>{5C22544A-7EE6-4342-B048-85BDC9FD1C3A}</a:tableStyleId>
              </a:tblPr>
              <a:tblGrid>
                <a:gridCol w="3475960">
                  <a:extLst>
                    <a:ext uri="{9D8B030D-6E8A-4147-A177-3AD203B41FA5}">
                      <a16:colId xmlns:a16="http://schemas.microsoft.com/office/drawing/2014/main" val="1322952170"/>
                    </a:ext>
                  </a:extLst>
                </a:gridCol>
                <a:gridCol w="3475960">
                  <a:extLst>
                    <a:ext uri="{9D8B030D-6E8A-4147-A177-3AD203B41FA5}">
                      <a16:colId xmlns:a16="http://schemas.microsoft.com/office/drawing/2014/main" val="3342678703"/>
                    </a:ext>
                  </a:extLst>
                </a:gridCol>
                <a:gridCol w="3475960">
                  <a:extLst>
                    <a:ext uri="{9D8B030D-6E8A-4147-A177-3AD203B41FA5}">
                      <a16:colId xmlns:a16="http://schemas.microsoft.com/office/drawing/2014/main" val="606206238"/>
                    </a:ext>
                  </a:extLst>
                </a:gridCol>
              </a:tblGrid>
              <a:tr h="540144">
                <a:tc>
                  <a:txBody>
                    <a:bodyPr/>
                    <a:lstStyle/>
                    <a:p>
                      <a:r>
                        <a:rPr lang="en-IN" dirty="0"/>
                        <a:t>Threat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Impact on Individuals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Impact on Organizations</a:t>
                      </a:r>
                    </a:p>
                  </a:txBody>
                  <a:tcPr/>
                </a:tc>
                <a:extLst>
                  <a:ext uri="{0D108BD9-81ED-4DB2-BD59-A6C34878D82A}">
                    <a16:rowId xmlns:a16="http://schemas.microsoft.com/office/drawing/2014/main" val="3032908322"/>
                  </a:ext>
                </a:extLst>
              </a:tr>
              <a:tr h="196551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Cloud Misconfiguration</a:t>
                      </a:r>
                    </a:p>
                  </a:txBody>
                  <a:tcPr/>
                </a:tc>
                <a:tc>
                  <a:txBody>
                    <a:bodyPr/>
                    <a:lstStyle/>
                    <a:p>
                      <a:pPr marL="400050" indent="-400050">
                        <a:buFont typeface="+mj-lt"/>
                        <a:buAutoNum type="romanLcPeriod"/>
                      </a:pPr>
                      <a:r>
                        <a:rPr lang="en-US" dirty="0"/>
                        <a:t>Personal data may become publicly accessible. </a:t>
                      </a:r>
                    </a:p>
                    <a:p>
                      <a:pPr marL="400050" indent="-400050">
                        <a:buFont typeface="+mj-lt"/>
                        <a:buAutoNum type="romanLcPeriod"/>
                      </a:pPr>
                      <a:r>
                        <a:rPr lang="en-US" dirty="0"/>
                        <a:t>Privacy is at risk.</a:t>
                      </a:r>
                      <a:endParaRPr lang="en-IN" dirty="0"/>
                    </a:p>
                  </a:txBody>
                  <a:tcPr/>
                </a:tc>
                <a:tc>
                  <a:txBody>
                    <a:bodyPr/>
                    <a:lstStyle/>
                    <a:p>
                      <a:pPr marL="400050" indent="-400050">
                        <a:buFont typeface="+mj-lt"/>
                        <a:buAutoNum type="romanLcPeriod"/>
                      </a:pPr>
                      <a:r>
                        <a:rPr lang="en-US" dirty="0"/>
                        <a:t>Sensitive data can be exposed. </a:t>
                      </a:r>
                    </a:p>
                    <a:p>
                      <a:pPr marL="400050" indent="-400050">
                        <a:buFont typeface="+mj-lt"/>
                        <a:buAutoNum type="romanLcPeriod"/>
                      </a:pPr>
                      <a:r>
                        <a:rPr lang="en-US" dirty="0"/>
                        <a:t>Hackers may gain unauthorized access.</a:t>
                      </a:r>
                    </a:p>
                    <a:p>
                      <a:pPr marL="400050" indent="-400050">
                        <a:buFont typeface="+mj-lt"/>
                        <a:buAutoNum type="romanLcPeriod"/>
                      </a:pPr>
                      <a:r>
                        <a:rPr lang="en-US" dirty="0"/>
                        <a:t>Leads to legal issues, financial loss, and reputational damage.</a:t>
                      </a:r>
                      <a:endParaRPr lang="en-IN" dirty="0"/>
                    </a:p>
                  </a:txBody>
                  <a:tcPr/>
                </a:tc>
                <a:extLst>
                  <a:ext uri="{0D108BD9-81ED-4DB2-BD59-A6C34878D82A}">
                    <a16:rowId xmlns:a16="http://schemas.microsoft.com/office/drawing/2014/main" val="3505903203"/>
                  </a:ext>
                </a:extLst>
              </a:tr>
              <a:tr h="196551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IoT Vulnerabilities</a:t>
                      </a:r>
                    </a:p>
                  </a:txBody>
                  <a:tcPr/>
                </a:tc>
                <a:tc>
                  <a:txBody>
                    <a:bodyPr/>
                    <a:lstStyle/>
                    <a:p>
                      <a:pPr marL="400050" indent="-400050">
                        <a:buFont typeface="+mj-lt"/>
                        <a:buAutoNum type="romanLcPeriod"/>
                      </a:pPr>
                      <a:r>
                        <a:rPr lang="en-US" dirty="0"/>
                        <a:t>Smart devices can be hacked. </a:t>
                      </a:r>
                    </a:p>
                    <a:p>
                      <a:pPr marL="400050" indent="-400050">
                        <a:buFont typeface="+mj-lt"/>
                        <a:buAutoNum type="romanLcPeriod"/>
                      </a:pPr>
                      <a:r>
                        <a:rPr lang="en-US" dirty="0"/>
                        <a:t>Privacy breaches can occur.</a:t>
                      </a:r>
                    </a:p>
                    <a:p>
                      <a:pPr marL="400050" indent="-400050">
                        <a:buFont typeface="+mj-lt"/>
                        <a:buAutoNum type="romanLcPeriod"/>
                      </a:pPr>
                      <a:r>
                        <a:rPr lang="en-US" dirty="0"/>
                        <a:t>Devices may be controlled remotely.</a:t>
                      </a:r>
                      <a:endParaRPr lang="en-IN" dirty="0"/>
                    </a:p>
                  </a:txBody>
                  <a:tcPr/>
                </a:tc>
                <a:tc>
                  <a:txBody>
                    <a:bodyPr/>
                    <a:lstStyle/>
                    <a:p>
                      <a:pPr marL="400050" indent="-400050">
                        <a:buFont typeface="+mj-lt"/>
                        <a:buAutoNum type="romanLcPeriod"/>
                      </a:pPr>
                      <a:r>
                        <a:rPr lang="en-US" dirty="0"/>
                        <a:t>Entire networks can be compromised. </a:t>
                      </a:r>
                    </a:p>
                    <a:p>
                      <a:pPr marL="400050" indent="-400050">
                        <a:buFont typeface="+mj-lt"/>
                        <a:buAutoNum type="romanLcPeriod"/>
                      </a:pPr>
                      <a:r>
                        <a:rPr lang="en-US" dirty="0"/>
                        <a:t>Industrial systems may be attacked.</a:t>
                      </a:r>
                    </a:p>
                    <a:p>
                      <a:pPr marL="400050" indent="-400050">
                        <a:buFont typeface="+mj-lt"/>
                        <a:buAutoNum type="romanLcPeriod"/>
                      </a:pPr>
                      <a:r>
                        <a:rPr lang="en-US" dirty="0"/>
                        <a:t>Data leaks and operational disruptions can occur.</a:t>
                      </a:r>
                      <a:endParaRPr lang="en-IN" dirty="0"/>
                    </a:p>
                  </a:txBody>
                  <a:tcPr/>
                </a:tc>
                <a:extLst>
                  <a:ext uri="{0D108BD9-81ED-4DB2-BD59-A6C34878D82A}">
                    <a16:rowId xmlns:a16="http://schemas.microsoft.com/office/drawing/2014/main" val="1821235420"/>
                  </a:ext>
                </a:extLst>
              </a:tr>
              <a:tr h="134482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Zero-Day</a:t>
                      </a:r>
                    </a:p>
                  </a:txBody>
                  <a:tcPr/>
                </a:tc>
                <a:tc>
                  <a:txBody>
                    <a:bodyPr/>
                    <a:lstStyle/>
                    <a:p>
                      <a:pPr marL="400050" indent="-400050">
                        <a:buFont typeface="+mj-lt"/>
                        <a:buAutoNum type="romanLcPeriod"/>
                      </a:pPr>
                      <a:r>
                        <a:rPr lang="en-US" dirty="0"/>
                        <a:t>Malware can be installed without their knowledge.</a:t>
                      </a:r>
                    </a:p>
                    <a:p>
                      <a:pPr marL="400050" indent="-400050">
                        <a:buFont typeface="+mj-lt"/>
                        <a:buAutoNum type="romanLcPeriod"/>
                      </a:pPr>
                      <a:r>
                        <a:rPr lang="en-US" dirty="0"/>
                        <a:t>Personal data can be stolen.</a:t>
                      </a:r>
                      <a:endParaRPr lang="en-IN" dirty="0"/>
                    </a:p>
                  </a:txBody>
                  <a:tcPr/>
                </a:tc>
                <a:tc>
                  <a:txBody>
                    <a:bodyPr/>
                    <a:lstStyle/>
                    <a:p>
                      <a:pPr marL="400050" indent="-400050">
                        <a:buFont typeface="+mj-lt"/>
                        <a:buAutoNum type="romanLcPeriod"/>
                      </a:pPr>
                      <a:r>
                        <a:rPr lang="en-US" dirty="0"/>
                        <a:t>Attackers exploit unknown vulnerabilities.</a:t>
                      </a:r>
                    </a:p>
                    <a:p>
                      <a:pPr marL="400050" indent="-400050">
                        <a:buFont typeface="+mj-lt"/>
                        <a:buAutoNum type="romanLcPeriod"/>
                      </a:pPr>
                      <a:r>
                        <a:rPr lang="en-US" dirty="0"/>
                        <a:t>High-risk data breaches occur.</a:t>
                      </a:r>
                      <a:endParaRPr lang="en-IN" dirty="0"/>
                    </a:p>
                  </a:txBody>
                  <a:tcPr/>
                </a:tc>
                <a:extLst>
                  <a:ext uri="{0D108BD9-81ED-4DB2-BD59-A6C34878D82A}">
                    <a16:rowId xmlns:a16="http://schemas.microsoft.com/office/drawing/2014/main" val="1291969646"/>
                  </a:ext>
                </a:extLst>
              </a:tr>
            </a:tbl>
          </a:graphicData>
        </a:graphic>
      </p:graphicFrame>
    </p:spTree>
    <p:extLst>
      <p:ext uri="{BB962C8B-B14F-4D97-AF65-F5344CB8AC3E}">
        <p14:creationId xmlns:p14="http://schemas.microsoft.com/office/powerpoint/2010/main" val="20063355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1C4EA4-908C-A357-205C-655A21505940}"/>
              </a:ext>
            </a:extLst>
          </p:cNvPr>
          <p:cNvSpPr>
            <a:spLocks noGrp="1"/>
          </p:cNvSpPr>
          <p:nvPr>
            <p:ph type="title"/>
          </p:nvPr>
        </p:nvSpPr>
        <p:spPr/>
        <p:txBody>
          <a:bodyPr/>
          <a:lstStyle/>
          <a:p>
            <a:r>
              <a:rPr lang="en-IN" dirty="0"/>
              <a:t>Real-World Case Study</a:t>
            </a:r>
          </a:p>
        </p:txBody>
      </p:sp>
      <p:sp>
        <p:nvSpPr>
          <p:cNvPr id="3" name="Content Placeholder 2">
            <a:extLst>
              <a:ext uri="{FF2B5EF4-FFF2-40B4-BE49-F238E27FC236}">
                <a16:creationId xmlns:a16="http://schemas.microsoft.com/office/drawing/2014/main" id="{6EFFE33E-7BF2-1C33-04B2-E03260233FB3}"/>
              </a:ext>
            </a:extLst>
          </p:cNvPr>
          <p:cNvSpPr>
            <a:spLocks noGrp="1"/>
          </p:cNvSpPr>
          <p:nvPr>
            <p:ph idx="1"/>
          </p:nvPr>
        </p:nvSpPr>
        <p:spPr/>
        <p:txBody>
          <a:bodyPr>
            <a:noAutofit/>
          </a:bodyPr>
          <a:lstStyle/>
          <a:p>
            <a:pPr>
              <a:buFont typeface="Wingdings" panose="05000000000000000000" pitchFamily="2" charset="2"/>
              <a:buChar char="Ø"/>
            </a:pPr>
            <a:r>
              <a:rPr lang="en-US" sz="2000" b="1" dirty="0"/>
              <a:t>WannaCry Ransomware Attack(2017): </a:t>
            </a:r>
          </a:p>
          <a:p>
            <a:pPr marL="0" indent="0">
              <a:buNone/>
            </a:pPr>
            <a:r>
              <a:rPr lang="en-US" sz="2000" dirty="0"/>
              <a:t>Attackers exploited the Eternal Blue vulnerability to encrypt data and demanded a ransom in Bitcoin in exchange for the decryption key.</a:t>
            </a:r>
          </a:p>
        </p:txBody>
      </p:sp>
      <p:pic>
        <p:nvPicPr>
          <p:cNvPr id="7" name="Picture 6">
            <a:extLst>
              <a:ext uri="{FF2B5EF4-FFF2-40B4-BE49-F238E27FC236}">
                <a16:creationId xmlns:a16="http://schemas.microsoft.com/office/drawing/2014/main" id="{494978C1-C450-0252-0827-BB7BE8DA5C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95107" y="3069105"/>
            <a:ext cx="5839697" cy="3503818"/>
          </a:xfrm>
          <a:prstGeom prst="rect">
            <a:avLst/>
          </a:prstGeom>
        </p:spPr>
      </p:pic>
    </p:spTree>
    <p:extLst>
      <p:ext uri="{BB962C8B-B14F-4D97-AF65-F5344CB8AC3E}">
        <p14:creationId xmlns:p14="http://schemas.microsoft.com/office/powerpoint/2010/main" val="16129322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8C9E483-21D9-8E5F-8B68-68280C5BF99E}"/>
              </a:ext>
            </a:extLst>
          </p:cNvPr>
          <p:cNvSpPr>
            <a:spLocks noGrp="1"/>
          </p:cNvSpPr>
          <p:nvPr>
            <p:ph idx="1"/>
          </p:nvPr>
        </p:nvSpPr>
        <p:spPr>
          <a:xfrm>
            <a:off x="935666" y="606056"/>
            <a:ext cx="10418134" cy="5570907"/>
          </a:xfrm>
        </p:spPr>
        <p:txBody>
          <a:bodyPr>
            <a:normAutofit/>
          </a:bodyPr>
          <a:lstStyle/>
          <a:p>
            <a:pPr>
              <a:buFont typeface="Wingdings" panose="05000000000000000000" pitchFamily="2" charset="2"/>
              <a:buChar char="q"/>
            </a:pPr>
            <a:r>
              <a:rPr lang="en-US" sz="2000" b="1" dirty="0"/>
              <a:t>Impact:</a:t>
            </a:r>
          </a:p>
          <a:p>
            <a:pPr>
              <a:buFont typeface="Wingdings" panose="05000000000000000000" pitchFamily="2" charset="2"/>
              <a:buChar char="§"/>
            </a:pPr>
            <a:r>
              <a:rPr lang="en-US" sz="2000" dirty="0"/>
              <a:t>The National Health Service (NHS) in the UK had to shut down many of its systems. As a result, patient data could not be accessed, appointments had to be canceled, and emergency services were affected</a:t>
            </a:r>
            <a:r>
              <a:rPr lang="en-US" sz="2000" b="1" dirty="0"/>
              <a:t>.</a:t>
            </a:r>
          </a:p>
          <a:p>
            <a:pPr>
              <a:buFont typeface="Wingdings" panose="05000000000000000000" pitchFamily="2" charset="2"/>
              <a:buChar char="q"/>
            </a:pPr>
            <a:r>
              <a:rPr lang="en-US" sz="2000" b="1" dirty="0"/>
              <a:t>Forensic Investigation of the attack:</a:t>
            </a:r>
          </a:p>
          <a:p>
            <a:pPr>
              <a:buFont typeface="Wingdings" panose="05000000000000000000" pitchFamily="2" charset="2"/>
              <a:buChar char="§"/>
            </a:pPr>
            <a:r>
              <a:rPr lang="en-US" sz="2000" dirty="0"/>
              <a:t>The digital forensics team worked together with the malware analysis team to investigate WannaCry. They analyzed how it worked, which vulnerability it exploited, how it executed its code, and how it performed encryption. During this analysis, the malware analysis team discovered a kill switch—a specific domain name which, when registered, helped stop the spread of the attack. The forensics team was also able to recover some data.</a:t>
            </a:r>
          </a:p>
          <a:p>
            <a:pPr>
              <a:buFont typeface="Wingdings" panose="05000000000000000000" pitchFamily="2" charset="2"/>
              <a:buChar char="§"/>
            </a:pPr>
            <a:r>
              <a:rPr lang="en-US" sz="2000" dirty="0"/>
              <a:t>This vulnerability was first reported to Microsoft, which quickly released patches to prevent future attacks.</a:t>
            </a:r>
          </a:p>
          <a:p>
            <a:pPr>
              <a:buFont typeface="Wingdings" panose="05000000000000000000" pitchFamily="2" charset="2"/>
              <a:buChar char="q"/>
            </a:pPr>
            <a:r>
              <a:rPr lang="en-US" sz="2000" b="1" dirty="0"/>
              <a:t>Lessons:</a:t>
            </a:r>
          </a:p>
          <a:p>
            <a:pPr>
              <a:buFont typeface="Wingdings" panose="05000000000000000000" pitchFamily="2" charset="2"/>
              <a:buChar char="§"/>
            </a:pPr>
            <a:r>
              <a:rPr lang="en-US" sz="2000" dirty="0"/>
              <a:t>Regular backups should be maintained.</a:t>
            </a:r>
          </a:p>
          <a:p>
            <a:pPr>
              <a:buFont typeface="Wingdings" panose="05000000000000000000" pitchFamily="2" charset="2"/>
              <a:buChar char="§"/>
            </a:pPr>
            <a:r>
              <a:rPr lang="en-US" sz="2000" dirty="0"/>
              <a:t>We should stay aware and vigilant about cybersecurity threats.</a:t>
            </a:r>
          </a:p>
          <a:p>
            <a:endParaRPr lang="en-IN" dirty="0"/>
          </a:p>
        </p:txBody>
      </p:sp>
    </p:spTree>
    <p:extLst>
      <p:ext uri="{BB962C8B-B14F-4D97-AF65-F5344CB8AC3E}">
        <p14:creationId xmlns:p14="http://schemas.microsoft.com/office/powerpoint/2010/main" val="32809369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BE4CA91-DF71-7AEF-72BD-A6B4C29F328A}"/>
              </a:ext>
            </a:extLst>
          </p:cNvPr>
          <p:cNvSpPr>
            <a:spLocks noGrp="1"/>
          </p:cNvSpPr>
          <p:nvPr>
            <p:ph idx="1"/>
          </p:nvPr>
        </p:nvSpPr>
        <p:spPr>
          <a:xfrm>
            <a:off x="637953" y="595423"/>
            <a:ext cx="10715847" cy="5581540"/>
          </a:xfrm>
        </p:spPr>
        <p:txBody>
          <a:bodyPr>
            <a:normAutofit/>
          </a:bodyPr>
          <a:lstStyle/>
          <a:p>
            <a:pPr>
              <a:buFont typeface="Wingdings" panose="05000000000000000000" pitchFamily="2" charset="2"/>
              <a:buChar char="Ø"/>
            </a:pPr>
            <a:r>
              <a:rPr lang="en-IN" sz="2400" b="1" dirty="0"/>
              <a:t>SolarWinds Supply Chain Attack (2020):</a:t>
            </a:r>
          </a:p>
          <a:p>
            <a:pPr marL="0" indent="0">
              <a:buNone/>
            </a:pPr>
            <a:r>
              <a:rPr lang="en-US" sz="2000" dirty="0"/>
              <a:t>Attackers inserted malicious code into SolarWinds’s software (Orion platform). When companies downloaded updates for this software, the malware was also installed in their systems. As a result, attackers gained access to those systems. This was very dangerous because a trusted source was compromised, thousands of systems were infected through a single attack, and detection was very difficult.</a:t>
            </a:r>
          </a:p>
        </p:txBody>
      </p:sp>
      <p:pic>
        <p:nvPicPr>
          <p:cNvPr id="5" name="Picture 4">
            <a:extLst>
              <a:ext uri="{FF2B5EF4-FFF2-40B4-BE49-F238E27FC236}">
                <a16:creationId xmlns:a16="http://schemas.microsoft.com/office/drawing/2014/main" id="{1FE0300A-D30A-064A-5B64-671C97169F9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94343" y="2611282"/>
            <a:ext cx="6775677" cy="3768253"/>
          </a:xfrm>
          <a:prstGeom prst="rect">
            <a:avLst/>
          </a:prstGeom>
        </p:spPr>
      </p:pic>
    </p:spTree>
    <p:extLst>
      <p:ext uri="{BB962C8B-B14F-4D97-AF65-F5344CB8AC3E}">
        <p14:creationId xmlns:p14="http://schemas.microsoft.com/office/powerpoint/2010/main" val="5067760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4DE866B-093A-B47A-B9B8-2A5AF67F1177}"/>
              </a:ext>
            </a:extLst>
          </p:cNvPr>
          <p:cNvSpPr>
            <a:spLocks noGrp="1"/>
          </p:cNvSpPr>
          <p:nvPr>
            <p:ph idx="1"/>
          </p:nvPr>
        </p:nvSpPr>
        <p:spPr>
          <a:xfrm>
            <a:off x="637953" y="574158"/>
            <a:ext cx="10715847" cy="5602805"/>
          </a:xfrm>
        </p:spPr>
        <p:txBody>
          <a:bodyPr>
            <a:normAutofit/>
          </a:bodyPr>
          <a:lstStyle/>
          <a:p>
            <a:pPr>
              <a:buFont typeface="Wingdings" panose="05000000000000000000" pitchFamily="2" charset="2"/>
              <a:buChar char="q"/>
            </a:pPr>
            <a:r>
              <a:rPr lang="en-US" sz="2000" b="1" dirty="0"/>
              <a:t>Impact:</a:t>
            </a:r>
          </a:p>
          <a:p>
            <a:pPr>
              <a:buFont typeface="Wingdings" panose="05000000000000000000" pitchFamily="2" charset="2"/>
              <a:buChar char="§"/>
            </a:pPr>
            <a:r>
              <a:rPr lang="en-US" sz="2000" dirty="0"/>
              <a:t>Government agencies and large companies were affected, sensitive data was accessed, and the attack remained undetected for a long time.</a:t>
            </a:r>
          </a:p>
          <a:p>
            <a:pPr>
              <a:buFont typeface="Wingdings" panose="05000000000000000000" pitchFamily="2" charset="2"/>
              <a:buChar char="q"/>
            </a:pPr>
            <a:r>
              <a:rPr lang="en-US" sz="2000" b="1" dirty="0"/>
              <a:t>Incident Response:</a:t>
            </a:r>
          </a:p>
          <a:p>
            <a:pPr>
              <a:buFont typeface="Wingdings" panose="05000000000000000000" pitchFamily="2" charset="2"/>
              <a:buChar char="§"/>
            </a:pPr>
            <a:r>
              <a:rPr lang="en-US" sz="2000" dirty="0"/>
              <a:t>As soon as it was discovered that the Orion software contained malware, the infected updates were immediately blocked. All affected systems were disconnected (isolated) from the network to prevent further spread. SolarWinds released clean and safe updates and patches to fix the vulnerability. Cybersecurity teams worked together to investigate the attack and trace its source. Affected organizations changed passwords, keys, and access permissions. Advanced monitoring tools and security practices were implemented to detect future attacks.</a:t>
            </a:r>
          </a:p>
          <a:p>
            <a:pPr>
              <a:buFont typeface="Wingdings" panose="05000000000000000000" pitchFamily="2" charset="2"/>
              <a:buChar char="q"/>
            </a:pPr>
            <a:r>
              <a:rPr lang="en-US" sz="2000" b="1" dirty="0"/>
              <a:t>Lessons:</a:t>
            </a:r>
          </a:p>
          <a:p>
            <a:pPr>
              <a:buFont typeface="Wingdings" panose="05000000000000000000" pitchFamily="2" charset="2"/>
              <a:buChar char="§"/>
            </a:pPr>
            <a:r>
              <a:rPr lang="en-US" sz="2000" dirty="0"/>
              <a:t>The software supply chain must be kept secure.</a:t>
            </a:r>
          </a:p>
          <a:p>
            <a:pPr>
              <a:buFont typeface="Wingdings" panose="05000000000000000000" pitchFamily="2" charset="2"/>
              <a:buChar char="§"/>
            </a:pPr>
            <a:r>
              <a:rPr lang="en-US" sz="2000" dirty="0"/>
              <a:t>Updates should not be blindly trusted.</a:t>
            </a:r>
          </a:p>
          <a:p>
            <a:pPr>
              <a:buFont typeface="Wingdings" panose="05000000000000000000" pitchFamily="2" charset="2"/>
              <a:buChar char="§"/>
            </a:pPr>
            <a:r>
              <a:rPr lang="en-US" sz="2000" dirty="0"/>
              <a:t>Continuous monitoring and regular security checks are important.</a:t>
            </a:r>
            <a:endParaRPr lang="en-IN" sz="2000" dirty="0"/>
          </a:p>
          <a:p>
            <a:endParaRPr lang="en-IN" dirty="0"/>
          </a:p>
        </p:txBody>
      </p:sp>
    </p:spTree>
    <p:extLst>
      <p:ext uri="{BB962C8B-B14F-4D97-AF65-F5344CB8AC3E}">
        <p14:creationId xmlns:p14="http://schemas.microsoft.com/office/powerpoint/2010/main" val="33538032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F18AC1A-FF32-6B83-B142-A053768F17D0}"/>
              </a:ext>
            </a:extLst>
          </p:cNvPr>
          <p:cNvSpPr>
            <a:spLocks noGrp="1"/>
          </p:cNvSpPr>
          <p:nvPr>
            <p:ph idx="1"/>
          </p:nvPr>
        </p:nvSpPr>
        <p:spPr>
          <a:xfrm>
            <a:off x="701749" y="574158"/>
            <a:ext cx="10652051" cy="5602805"/>
          </a:xfrm>
        </p:spPr>
        <p:txBody>
          <a:bodyPr>
            <a:normAutofit/>
          </a:bodyPr>
          <a:lstStyle/>
          <a:p>
            <a:pPr>
              <a:buFont typeface="Wingdings" panose="05000000000000000000" pitchFamily="2" charset="2"/>
              <a:buChar char="Ø"/>
            </a:pPr>
            <a:r>
              <a:rPr lang="en-IN" sz="2400" b="1" dirty="0"/>
              <a:t>Capital One Cloud Misconfiguration (2019):</a:t>
            </a:r>
          </a:p>
          <a:p>
            <a:pPr marL="0" indent="0">
              <a:buNone/>
            </a:pPr>
            <a:r>
              <a:rPr lang="en-US" sz="2000" dirty="0"/>
              <a:t>Capital One stored its data on the cloud, and there was a misconfiguration in the cloud firewall. The attacker exploited this vulnerability and used Server-Side Request Forgery technique to gain access to the internal system. After that, the attacker obtained credentials and used them to access cloud storage, reached sensitive data, and exfiltrated it.</a:t>
            </a:r>
          </a:p>
          <a:p>
            <a:pPr>
              <a:buFont typeface="Wingdings" panose="05000000000000000000" pitchFamily="2" charset="2"/>
              <a:buChar char="q"/>
            </a:pPr>
            <a:r>
              <a:rPr lang="en-US" sz="2000" b="1" dirty="0"/>
              <a:t>Impact:</a:t>
            </a:r>
          </a:p>
          <a:p>
            <a:pPr>
              <a:buFont typeface="Wingdings" panose="05000000000000000000" pitchFamily="2" charset="2"/>
              <a:buChar char="§"/>
            </a:pPr>
            <a:r>
              <a:rPr lang="en-US" sz="2000" dirty="0"/>
              <a:t>Personal information (names, addresses, credit details) was exposed.</a:t>
            </a:r>
          </a:p>
          <a:p>
            <a:pPr>
              <a:buFont typeface="Wingdings" panose="05000000000000000000" pitchFamily="2" charset="2"/>
              <a:buChar char="§"/>
            </a:pPr>
            <a:r>
              <a:rPr lang="en-US" sz="2000" dirty="0"/>
              <a:t>The company had to face heavy financial penalties.</a:t>
            </a:r>
          </a:p>
          <a:p>
            <a:pPr>
              <a:buFont typeface="Wingdings" panose="05000000000000000000" pitchFamily="2" charset="2"/>
              <a:buChar char="§"/>
            </a:pPr>
            <a:r>
              <a:rPr lang="en-US" sz="2000" dirty="0"/>
              <a:t>Data of millions of customers was leaked.</a:t>
            </a:r>
          </a:p>
          <a:p>
            <a:pPr>
              <a:buFont typeface="Wingdings" panose="05000000000000000000" pitchFamily="2" charset="2"/>
              <a:buChar char="§"/>
            </a:pPr>
            <a:r>
              <a:rPr lang="en-US" sz="2000" dirty="0"/>
              <a:t>Reputation and customer trust were damaged.</a:t>
            </a:r>
          </a:p>
          <a:p>
            <a:pPr marL="0" indent="0">
              <a:buNone/>
            </a:pPr>
            <a:endParaRPr lang="en-US" sz="2000" dirty="0"/>
          </a:p>
        </p:txBody>
      </p:sp>
      <p:pic>
        <p:nvPicPr>
          <p:cNvPr id="5" name="Picture 4">
            <a:extLst>
              <a:ext uri="{FF2B5EF4-FFF2-40B4-BE49-F238E27FC236}">
                <a16:creationId xmlns:a16="http://schemas.microsoft.com/office/drawing/2014/main" id="{1988CA09-4825-5316-8C44-EB24A637564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51943" y="3375560"/>
            <a:ext cx="5645888" cy="3153011"/>
          </a:xfrm>
          <a:prstGeom prst="rect">
            <a:avLst/>
          </a:prstGeom>
        </p:spPr>
      </p:pic>
    </p:spTree>
    <p:extLst>
      <p:ext uri="{BB962C8B-B14F-4D97-AF65-F5344CB8AC3E}">
        <p14:creationId xmlns:p14="http://schemas.microsoft.com/office/powerpoint/2010/main" val="14838167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A367387-775E-059B-0E99-F3E57F3524BB}"/>
              </a:ext>
            </a:extLst>
          </p:cNvPr>
          <p:cNvSpPr>
            <a:spLocks noGrp="1"/>
          </p:cNvSpPr>
          <p:nvPr>
            <p:ph idx="1"/>
          </p:nvPr>
        </p:nvSpPr>
        <p:spPr>
          <a:xfrm>
            <a:off x="701749" y="510362"/>
            <a:ext cx="10866474" cy="5996763"/>
          </a:xfrm>
        </p:spPr>
        <p:txBody>
          <a:bodyPr>
            <a:normAutofit/>
          </a:bodyPr>
          <a:lstStyle/>
          <a:p>
            <a:pPr>
              <a:buFont typeface="Wingdings" panose="05000000000000000000" pitchFamily="2" charset="2"/>
              <a:buChar char="q"/>
            </a:pPr>
            <a:r>
              <a:rPr lang="en-US" sz="2000" b="1" dirty="0"/>
              <a:t>Incident Response:</a:t>
            </a:r>
          </a:p>
          <a:p>
            <a:pPr>
              <a:buFont typeface="Wingdings" panose="05000000000000000000" pitchFamily="2" charset="2"/>
              <a:buChar char="§"/>
            </a:pPr>
            <a:r>
              <a:rPr lang="en-US" sz="2000" dirty="0"/>
              <a:t>The vulnerability was fixed as soon as it was identified.</a:t>
            </a:r>
          </a:p>
          <a:p>
            <a:pPr>
              <a:buFont typeface="Wingdings" panose="05000000000000000000" pitchFamily="2" charset="2"/>
              <a:buChar char="§"/>
            </a:pPr>
            <a:r>
              <a:rPr lang="en-US" sz="2000" dirty="0"/>
              <a:t>The misconfigured firewall was corrected.</a:t>
            </a:r>
          </a:p>
          <a:p>
            <a:pPr>
              <a:buFont typeface="Wingdings" panose="05000000000000000000" pitchFamily="2" charset="2"/>
              <a:buChar char="§"/>
            </a:pPr>
            <a:r>
              <a:rPr lang="en-US" sz="2000" dirty="0"/>
              <a:t>Compromised credentials were revoked (disabled).</a:t>
            </a:r>
          </a:p>
          <a:p>
            <a:pPr>
              <a:buFont typeface="Wingdings" panose="05000000000000000000" pitchFamily="2" charset="2"/>
              <a:buChar char="§"/>
            </a:pPr>
            <a:r>
              <a:rPr lang="en-US" sz="2000" dirty="0"/>
              <a:t>Security monitoring and logging were improved.</a:t>
            </a:r>
          </a:p>
          <a:p>
            <a:pPr>
              <a:buFont typeface="Wingdings" panose="05000000000000000000" pitchFamily="2" charset="2"/>
              <a:buChar char="§"/>
            </a:pPr>
            <a:r>
              <a:rPr lang="en-US" sz="2000" dirty="0"/>
              <a:t>Authorities and affected customers were informed.</a:t>
            </a:r>
          </a:p>
          <a:p>
            <a:pPr>
              <a:buFont typeface="Wingdings" panose="05000000000000000000" pitchFamily="2" charset="2"/>
              <a:buChar char="q"/>
            </a:pPr>
            <a:r>
              <a:rPr lang="en-US" sz="2000" b="1" dirty="0"/>
              <a:t>Lessons:</a:t>
            </a:r>
          </a:p>
          <a:p>
            <a:pPr>
              <a:buFont typeface="Wingdings" panose="05000000000000000000" pitchFamily="2" charset="2"/>
              <a:buChar char="§"/>
            </a:pPr>
            <a:r>
              <a:rPr lang="en-US" sz="2000" dirty="0"/>
              <a:t>Cloud configuration should always be properly secured.</a:t>
            </a:r>
          </a:p>
          <a:p>
            <a:pPr>
              <a:buFont typeface="Wingdings" panose="05000000000000000000" pitchFamily="2" charset="2"/>
              <a:buChar char="§"/>
            </a:pPr>
            <a:r>
              <a:rPr lang="en-US" sz="2000" dirty="0"/>
              <a:t>Least privilege access must be followed.</a:t>
            </a:r>
          </a:p>
          <a:p>
            <a:pPr>
              <a:buFont typeface="Wingdings" panose="05000000000000000000" pitchFamily="2" charset="2"/>
              <a:buChar char="§"/>
            </a:pPr>
            <a:r>
              <a:rPr lang="en-US" sz="2000" dirty="0"/>
              <a:t>Regular security audits and monitoring are important.</a:t>
            </a:r>
          </a:p>
          <a:p>
            <a:pPr>
              <a:buFont typeface="Wingdings" panose="05000000000000000000" pitchFamily="2" charset="2"/>
              <a:buChar char="§"/>
            </a:pPr>
            <a:r>
              <a:rPr lang="en-US" sz="2000" dirty="0"/>
              <a:t>Sensitive credentials should be kept secure.</a:t>
            </a:r>
          </a:p>
          <a:p>
            <a:pPr>
              <a:buFont typeface="Wingdings" panose="05000000000000000000" pitchFamily="2" charset="2"/>
              <a:buChar char="§"/>
            </a:pPr>
            <a:r>
              <a:rPr lang="en-US" sz="2000" dirty="0"/>
              <a:t>Misconfiguration can also be a major cause of breaches.</a:t>
            </a:r>
            <a:endParaRPr lang="en-IN" sz="2000" dirty="0"/>
          </a:p>
          <a:p>
            <a:endParaRPr lang="en-IN" dirty="0"/>
          </a:p>
        </p:txBody>
      </p:sp>
    </p:spTree>
    <p:extLst>
      <p:ext uri="{BB962C8B-B14F-4D97-AF65-F5344CB8AC3E}">
        <p14:creationId xmlns:p14="http://schemas.microsoft.com/office/powerpoint/2010/main" val="7779643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C604E9-CEA5-F795-65B1-61EC861834D3}"/>
              </a:ext>
            </a:extLst>
          </p:cNvPr>
          <p:cNvSpPr>
            <a:spLocks noGrp="1"/>
          </p:cNvSpPr>
          <p:nvPr>
            <p:ph type="title"/>
          </p:nvPr>
        </p:nvSpPr>
        <p:spPr/>
        <p:txBody>
          <a:bodyPr>
            <a:normAutofit/>
          </a:bodyPr>
          <a:lstStyle/>
          <a:p>
            <a:r>
              <a:rPr lang="en-IN" sz="2400" b="1" dirty="0"/>
              <a:t>Conclusion</a:t>
            </a:r>
          </a:p>
        </p:txBody>
      </p:sp>
      <p:sp>
        <p:nvSpPr>
          <p:cNvPr id="3" name="Content Placeholder 2">
            <a:extLst>
              <a:ext uri="{FF2B5EF4-FFF2-40B4-BE49-F238E27FC236}">
                <a16:creationId xmlns:a16="http://schemas.microsoft.com/office/drawing/2014/main" id="{3094F08F-AE84-E93D-9805-1048C9471A32}"/>
              </a:ext>
            </a:extLst>
          </p:cNvPr>
          <p:cNvSpPr>
            <a:spLocks noGrp="1"/>
          </p:cNvSpPr>
          <p:nvPr>
            <p:ph idx="1"/>
          </p:nvPr>
        </p:nvSpPr>
        <p:spPr/>
        <p:txBody>
          <a:bodyPr>
            <a:normAutofit/>
          </a:bodyPr>
          <a:lstStyle/>
          <a:p>
            <a:r>
              <a:rPr lang="en-IN" sz="2000" dirty="0"/>
              <a:t>Cybersecurity will continue to be one of the most important fields in the future, offering high career opportunities, innovation and global importance.</a:t>
            </a:r>
          </a:p>
          <a:p>
            <a:pPr>
              <a:buFont typeface="Wingdings" panose="05000000000000000000" pitchFamily="2" charset="2"/>
              <a:buChar char="Ø"/>
            </a:pPr>
            <a:r>
              <a:rPr lang="en-IN" sz="2000" b="1" dirty="0"/>
              <a:t>Future Scope of Cybersecurity:</a:t>
            </a:r>
          </a:p>
          <a:p>
            <a:r>
              <a:rPr lang="en-IN" sz="2000" dirty="0"/>
              <a:t>Rise of Artificial Intelligence in security.</a:t>
            </a:r>
          </a:p>
          <a:p>
            <a:r>
              <a:rPr lang="en-IN" sz="2000" dirty="0"/>
              <a:t>Increasing demand for cybersecurity professional.</a:t>
            </a:r>
          </a:p>
          <a:p>
            <a:r>
              <a:rPr lang="en-IN" sz="2000" dirty="0"/>
              <a:t>Growth of cloud security.</a:t>
            </a:r>
          </a:p>
          <a:p>
            <a:r>
              <a:rPr lang="en-IN" sz="2000" dirty="0"/>
              <a:t>Security for Internet of Things.</a:t>
            </a:r>
          </a:p>
          <a:p>
            <a:r>
              <a:rPr lang="en-IN" sz="2000" dirty="0"/>
              <a:t>Advanced threat detection system.</a:t>
            </a:r>
          </a:p>
          <a:p>
            <a:r>
              <a:rPr lang="en-IN" sz="2000" dirty="0"/>
              <a:t>Stronger laws and regulations.</a:t>
            </a:r>
          </a:p>
          <a:p>
            <a:pPr>
              <a:buFont typeface="Wingdings" panose="05000000000000000000" pitchFamily="2" charset="2"/>
              <a:buChar char="Ø"/>
            </a:pPr>
            <a:r>
              <a:rPr lang="en-IN" sz="2000" b="1" dirty="0"/>
              <a:t>Reference: </a:t>
            </a:r>
            <a:r>
              <a:rPr lang="en-IN" sz="2000" dirty="0"/>
              <a:t>https://www.youtube.com/@davidbombal/playlists</a:t>
            </a:r>
          </a:p>
        </p:txBody>
      </p:sp>
    </p:spTree>
    <p:extLst>
      <p:ext uri="{BB962C8B-B14F-4D97-AF65-F5344CB8AC3E}">
        <p14:creationId xmlns:p14="http://schemas.microsoft.com/office/powerpoint/2010/main" val="233607721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441</TotalTime>
  <Words>1847</Words>
  <Application>Microsoft Office PowerPoint</Application>
  <PresentationFormat>Widescreen</PresentationFormat>
  <Paragraphs>134</Paragraphs>
  <Slides>22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Aptos</vt:lpstr>
      <vt:lpstr>Aptos Display</vt:lpstr>
      <vt:lpstr>Arial</vt:lpstr>
      <vt:lpstr>Wingdings</vt:lpstr>
      <vt:lpstr>Office Theme</vt:lpstr>
      <vt:lpstr>Threat Intelligence Report</vt:lpstr>
      <vt:lpstr>                                   Introduction</vt:lpstr>
      <vt:lpstr>PowerPoint Presentation</vt:lpstr>
      <vt:lpstr>           Threat #1: AI-Powered Phishing</vt:lpstr>
      <vt:lpstr> Examples:</vt:lpstr>
      <vt:lpstr>  Threat #2: Ransomware-as-a-Service(RaaS)</vt:lpstr>
      <vt:lpstr> Precautions: </vt:lpstr>
      <vt:lpstr>   Threat #3: Cloud Security Misconfigurations</vt:lpstr>
      <vt:lpstr>Precaution:</vt:lpstr>
      <vt:lpstr>                Threat #4: IoT Vulnerabilities</vt:lpstr>
      <vt:lpstr>Precaution:</vt:lpstr>
      <vt:lpstr>                Threat #5: Zero-Day Exploits</vt:lpstr>
      <vt:lpstr>Example:</vt:lpstr>
      <vt:lpstr>Impact Analysis: Individuals vs. Organizations</vt:lpstr>
      <vt:lpstr>PowerPoint Presentation</vt:lpstr>
      <vt:lpstr>Real-World Case Study</vt:lpstr>
      <vt:lpstr>PowerPoint Presentation</vt:lpstr>
      <vt:lpstr>PowerPoint Presentation</vt:lpstr>
      <vt:lpstr>PowerPoint Presentation</vt:lpstr>
      <vt:lpstr>PowerPoint Presentation</vt:lpstr>
      <vt:lpstr>PowerPoint Presentation</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saloni kumari</dc:creator>
  <cp:lastModifiedBy>saloni kumari</cp:lastModifiedBy>
  <cp:revision>1</cp:revision>
  <dcterms:created xsi:type="dcterms:W3CDTF">2026-04-02T19:04:17Z</dcterms:created>
  <dcterms:modified xsi:type="dcterms:W3CDTF">2026-04-07T12:38:19Z</dcterms:modified>
</cp:coreProperties>
</file>